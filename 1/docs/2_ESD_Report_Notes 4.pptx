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5.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6.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7.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8.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9.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0.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1.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2.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13.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14.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15.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16.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17.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4"/>
  </p:notesMasterIdLst>
  <p:handoutMasterIdLst>
    <p:handoutMasterId r:id="rId25"/>
  </p:handoutMasterIdLst>
  <p:sldIdLst>
    <p:sldId id="2147482523" r:id="rId5"/>
    <p:sldId id="757" r:id="rId6"/>
    <p:sldId id="747" r:id="rId7"/>
    <p:sldId id="758" r:id="rId8"/>
    <p:sldId id="2147482526" r:id="rId9"/>
    <p:sldId id="759" r:id="rId10"/>
    <p:sldId id="760" r:id="rId11"/>
    <p:sldId id="761" r:id="rId12"/>
    <p:sldId id="2147482525" r:id="rId13"/>
    <p:sldId id="748" r:id="rId14"/>
    <p:sldId id="2147482527" r:id="rId15"/>
    <p:sldId id="752" r:id="rId16"/>
    <p:sldId id="753" r:id="rId17"/>
    <p:sldId id="756" r:id="rId18"/>
    <p:sldId id="749" r:id="rId19"/>
    <p:sldId id="744" r:id="rId20"/>
    <p:sldId id="754" r:id="rId21"/>
    <p:sldId id="2147482524" r:id="rId22"/>
    <p:sldId id="2147482528" r:id="rId23"/>
  </p:sldIdLst>
  <p:sldSz cx="12192000" cy="6858000"/>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32" userDrawn="1">
          <p15:clr>
            <a:srgbClr val="A4A3A4"/>
          </p15:clr>
        </p15:guide>
        <p15:guide id="4" pos="7348" userDrawn="1">
          <p15:clr>
            <a:srgbClr val="A4A3A4"/>
          </p15:clr>
        </p15:guide>
        <p15:guide id="5" orient="horz" pos="459" userDrawn="1">
          <p15:clr>
            <a:srgbClr val="A4A3A4"/>
          </p15:clr>
        </p15:guide>
        <p15:guide id="6" orient="horz" pos="3997" userDrawn="1">
          <p15:clr>
            <a:srgbClr val="A4A3A4"/>
          </p15:clr>
        </p15:guide>
        <p15:guide id="7"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A9A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017" autoAdjust="0"/>
    <p:restoredTop sz="93144" autoAdjust="0"/>
  </p:normalViewPr>
  <p:slideViewPr>
    <p:cSldViewPr snapToGrid="0">
      <p:cViewPr varScale="1">
        <p:scale>
          <a:sx n="82" d="100"/>
          <a:sy n="82" d="100"/>
        </p:scale>
        <p:origin x="420" y="96"/>
      </p:cViewPr>
      <p:guideLst>
        <p:guide orient="horz" pos="2160"/>
        <p:guide pos="332"/>
        <p:guide pos="7348"/>
        <p:guide orient="horz" pos="459"/>
        <p:guide orient="horz" pos="3997"/>
        <p:guide pos="3840"/>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varScale="1">
        <p:scale>
          <a:sx n="49" d="100"/>
          <a:sy n="49" d="100"/>
        </p:scale>
        <p:origin x="2748" y="3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F875F9A-310E-45D4-9BBD-9BE4439105B1}" type="doc">
      <dgm:prSet loTypeId="urn:microsoft.com/office/officeart/2005/8/layout/chevron2" loCatId="list" qsTypeId="urn:microsoft.com/office/officeart/2005/8/quickstyle/simple1" qsCatId="simple" csTypeId="urn:microsoft.com/office/officeart/2005/8/colors/colorful1" csCatId="colorful" phldr="1"/>
      <dgm:spPr/>
      <dgm:t>
        <a:bodyPr/>
        <a:lstStyle/>
        <a:p>
          <a:endParaRPr lang="en-US"/>
        </a:p>
      </dgm:t>
    </dgm:pt>
    <dgm:pt modelId="{69A13B29-09DC-4518-B5B5-1B3B6A0CB78F}">
      <dgm:prSet phldrT="[Text]" custT="1"/>
      <dgm:spPr/>
      <dgm:t>
        <a:bodyPr/>
        <a:lstStyle/>
        <a:p>
          <a:r>
            <a:rPr lang="en-US" sz="2400" dirty="0">
              <a:latin typeface="Arial Narrow" panose="020B0606020202030204" pitchFamily="34" charset="0"/>
            </a:rPr>
            <a:t>1</a:t>
          </a:r>
          <a:endParaRPr lang="en-US" sz="2800" dirty="0">
            <a:latin typeface="Arial Narrow" panose="020B0606020202030204" pitchFamily="34" charset="0"/>
          </a:endParaRPr>
        </a:p>
      </dgm:t>
    </dgm:pt>
    <dgm:pt modelId="{6EE3D5BE-BBFA-4EBC-A851-4B0E68A32DF6}" type="parTrans" cxnId="{4081AF79-17AE-417E-ADEC-44E5E409915C}">
      <dgm:prSet/>
      <dgm:spPr/>
      <dgm:t>
        <a:bodyPr/>
        <a:lstStyle/>
        <a:p>
          <a:endParaRPr lang="en-US"/>
        </a:p>
      </dgm:t>
    </dgm:pt>
    <dgm:pt modelId="{374D01B9-4F67-4F99-BB01-5FD07EDE9536}" type="sibTrans" cxnId="{4081AF79-17AE-417E-ADEC-44E5E409915C}">
      <dgm:prSet/>
      <dgm:spPr/>
      <dgm:t>
        <a:bodyPr/>
        <a:lstStyle/>
        <a:p>
          <a:endParaRPr lang="en-US"/>
        </a:p>
      </dgm:t>
    </dgm:pt>
    <dgm:pt modelId="{24615373-A47C-4317-A9D8-C5EA6A2596D3}">
      <dgm:prSet phldrT="[Text]" custT="1"/>
      <dgm:spPr/>
      <dgm:t>
        <a:bodyPr/>
        <a:lstStyle/>
        <a:p>
          <a:r>
            <a:rPr lang="en-US" sz="2400" dirty="0">
              <a:latin typeface="Arial Narrow" panose="020B0606020202030204" pitchFamily="34" charset="0"/>
            </a:rPr>
            <a:t>2</a:t>
          </a:r>
          <a:endParaRPr lang="en-US" sz="2800" dirty="0">
            <a:latin typeface="Arial Narrow" panose="020B0606020202030204" pitchFamily="34" charset="0"/>
          </a:endParaRPr>
        </a:p>
      </dgm:t>
    </dgm:pt>
    <dgm:pt modelId="{E9B856B9-6229-4DE6-B158-9C89627227EC}" type="parTrans" cxnId="{3E285433-F9BE-4325-A2DE-B2BABDEEB337}">
      <dgm:prSet/>
      <dgm:spPr/>
      <dgm:t>
        <a:bodyPr/>
        <a:lstStyle/>
        <a:p>
          <a:endParaRPr lang="en-US"/>
        </a:p>
      </dgm:t>
    </dgm:pt>
    <dgm:pt modelId="{E8ECBF5C-614A-4EBB-90D1-934A1A7ABE3E}" type="sibTrans" cxnId="{3E285433-F9BE-4325-A2DE-B2BABDEEB337}">
      <dgm:prSet/>
      <dgm:spPr/>
      <dgm:t>
        <a:bodyPr/>
        <a:lstStyle/>
        <a:p>
          <a:endParaRPr lang="en-US"/>
        </a:p>
      </dgm:t>
    </dgm:pt>
    <dgm:pt modelId="{51C14E0E-1440-4ECD-83E3-A0D8C75F2F8A}">
      <dgm:prSet custT="1"/>
      <dgm:spPr/>
      <dgm:t>
        <a:bodyPr/>
        <a:lstStyle/>
        <a:p>
          <a:r>
            <a:rPr lang="en-US" sz="1800" dirty="0">
              <a:latin typeface="Arial Narrow" panose="020B0606020202030204" pitchFamily="34" charset="0"/>
            </a:rPr>
            <a:t>Design Objectives</a:t>
          </a:r>
        </a:p>
      </dgm:t>
    </dgm:pt>
    <dgm:pt modelId="{BA8BCBBE-2B8A-4598-B870-16E352F2513A}" type="parTrans" cxnId="{89447999-D243-4A45-8C3D-BE01CCC3E3DD}">
      <dgm:prSet/>
      <dgm:spPr/>
      <dgm:t>
        <a:bodyPr/>
        <a:lstStyle/>
        <a:p>
          <a:endParaRPr lang="en-US"/>
        </a:p>
      </dgm:t>
    </dgm:pt>
    <dgm:pt modelId="{DF6F4B93-71B0-4A17-89C0-E8F6F004D435}" type="sibTrans" cxnId="{89447999-D243-4A45-8C3D-BE01CCC3E3DD}">
      <dgm:prSet/>
      <dgm:spPr/>
      <dgm:t>
        <a:bodyPr/>
        <a:lstStyle/>
        <a:p>
          <a:endParaRPr lang="en-US"/>
        </a:p>
      </dgm:t>
    </dgm:pt>
    <dgm:pt modelId="{25DE1DB6-9C17-4A27-9AB9-F6603B58C3B9}">
      <dgm:prSet custT="1"/>
      <dgm:spPr/>
      <dgm:t>
        <a:bodyPr/>
        <a:lstStyle/>
        <a:p>
          <a:r>
            <a:rPr lang="en-US" sz="1800" i="0" dirty="0">
              <a:latin typeface="Arial Narrow" panose="020B0606020202030204" pitchFamily="34" charset="0"/>
            </a:rPr>
            <a:t>Design </a:t>
          </a:r>
          <a:r>
            <a:rPr lang="en-US" sz="1800" b="0" i="0" dirty="0"/>
            <a:t>implementation</a:t>
          </a:r>
          <a:endParaRPr lang="en-US" sz="1800" dirty="0">
            <a:latin typeface="Arial Narrow" panose="020B0606020202030204" pitchFamily="34" charset="0"/>
          </a:endParaRPr>
        </a:p>
      </dgm:t>
    </dgm:pt>
    <dgm:pt modelId="{B5E89957-24CE-44EC-AE96-B29A71C07B32}" type="parTrans" cxnId="{D710C1CF-9C8F-47A1-BDA1-4575FF07242D}">
      <dgm:prSet/>
      <dgm:spPr/>
      <dgm:t>
        <a:bodyPr/>
        <a:lstStyle/>
        <a:p>
          <a:endParaRPr lang="en-US"/>
        </a:p>
      </dgm:t>
    </dgm:pt>
    <dgm:pt modelId="{8DD71426-2A29-40C3-BC5B-5FD9C33C10FC}" type="sibTrans" cxnId="{D710C1CF-9C8F-47A1-BDA1-4575FF07242D}">
      <dgm:prSet/>
      <dgm:spPr/>
      <dgm:t>
        <a:bodyPr/>
        <a:lstStyle/>
        <a:p>
          <a:endParaRPr lang="en-US"/>
        </a:p>
      </dgm:t>
    </dgm:pt>
    <dgm:pt modelId="{4C719255-626C-43CD-81C9-DAF6FA3C65CD}">
      <dgm:prSet custT="1"/>
      <dgm:spPr/>
      <dgm:t>
        <a:bodyPr/>
        <a:lstStyle/>
        <a:p>
          <a:r>
            <a:rPr lang="en-US" sz="1800" i="0" dirty="0" err="1">
              <a:solidFill>
                <a:schemeClr val="accent1"/>
              </a:solidFill>
              <a:latin typeface="Arial Narrow" panose="020B0606020202030204" pitchFamily="34" charset="0"/>
            </a:rPr>
            <a:t>Mục</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tiêu</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thiết</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kế</a:t>
          </a:r>
          <a:endParaRPr lang="en-US" sz="1800" i="0" dirty="0"/>
        </a:p>
      </dgm:t>
    </dgm:pt>
    <dgm:pt modelId="{88F050C7-3BEA-4B1D-A5D1-13125AECE934}" type="parTrans" cxnId="{438C19B3-278B-4D06-A5BF-1BCE45F5435C}">
      <dgm:prSet/>
      <dgm:spPr/>
      <dgm:t>
        <a:bodyPr/>
        <a:lstStyle/>
        <a:p>
          <a:endParaRPr lang="en-US"/>
        </a:p>
      </dgm:t>
    </dgm:pt>
    <dgm:pt modelId="{D7204D8B-84D2-41F0-A2C5-6965EBBEB2EE}" type="sibTrans" cxnId="{438C19B3-278B-4D06-A5BF-1BCE45F5435C}">
      <dgm:prSet/>
      <dgm:spPr/>
      <dgm:t>
        <a:bodyPr/>
        <a:lstStyle/>
        <a:p>
          <a:endParaRPr lang="en-US"/>
        </a:p>
      </dgm:t>
    </dgm:pt>
    <dgm:pt modelId="{B9206228-1A01-4219-B02C-E88E806DE6A0}">
      <dgm:prSet custT="1"/>
      <dgm:spPr/>
      <dgm:t>
        <a:bodyPr/>
        <a:lstStyle/>
        <a:p>
          <a:r>
            <a:rPr lang="en-US" sz="2300" dirty="0"/>
            <a:t>3</a:t>
          </a:r>
        </a:p>
      </dgm:t>
    </dgm:pt>
    <dgm:pt modelId="{41E1E7F4-3D05-4314-A313-1F4AA68E54F2}" type="parTrans" cxnId="{D19C79CF-E6CA-4A33-ABAC-E1022E99C743}">
      <dgm:prSet/>
      <dgm:spPr/>
      <dgm:t>
        <a:bodyPr/>
        <a:lstStyle/>
        <a:p>
          <a:endParaRPr lang="en-US"/>
        </a:p>
      </dgm:t>
    </dgm:pt>
    <dgm:pt modelId="{1FA48277-2049-4625-97C5-BF07EEF9761F}" type="sibTrans" cxnId="{D19C79CF-E6CA-4A33-ABAC-E1022E99C743}">
      <dgm:prSet/>
      <dgm:spPr/>
      <dgm:t>
        <a:bodyPr/>
        <a:lstStyle/>
        <a:p>
          <a:endParaRPr lang="en-US"/>
        </a:p>
      </dgm:t>
    </dgm:pt>
    <dgm:pt modelId="{40663525-83A4-4E8E-A1C4-D22016050694}">
      <dgm:prSet custT="1"/>
      <dgm:spPr/>
      <dgm:t>
        <a:bodyPr/>
        <a:lstStyle/>
        <a:p>
          <a:r>
            <a:rPr lang="en-US" sz="1800" i="0" dirty="0" err="1">
              <a:solidFill>
                <a:schemeClr val="accent1"/>
              </a:solidFill>
              <a:latin typeface="Arial Narrow" panose="020B0606020202030204" pitchFamily="34" charset="0"/>
            </a:rPr>
            <a:t>Triển</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khai</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thiết</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kế</a:t>
          </a:r>
          <a:endParaRPr lang="vi-VN" sz="1800" i="0" dirty="0">
            <a:solidFill>
              <a:schemeClr val="accent1"/>
            </a:solidFill>
          </a:endParaRPr>
        </a:p>
      </dgm:t>
    </dgm:pt>
    <dgm:pt modelId="{B260A7CC-B09C-440C-B952-6947AA2DA9D2}" type="parTrans" cxnId="{6349B3A4-C0C9-4346-8C77-836CE8BB8AAC}">
      <dgm:prSet/>
      <dgm:spPr/>
      <dgm:t>
        <a:bodyPr/>
        <a:lstStyle/>
        <a:p>
          <a:endParaRPr lang="en-US"/>
        </a:p>
      </dgm:t>
    </dgm:pt>
    <dgm:pt modelId="{3957B4B1-5581-4D09-94A6-9280C9FACD26}" type="sibTrans" cxnId="{6349B3A4-C0C9-4346-8C77-836CE8BB8AAC}">
      <dgm:prSet/>
      <dgm:spPr/>
      <dgm:t>
        <a:bodyPr/>
        <a:lstStyle/>
        <a:p>
          <a:endParaRPr lang="en-US"/>
        </a:p>
      </dgm:t>
    </dgm:pt>
    <dgm:pt modelId="{156D2DBE-CD57-47A8-A782-024F33181770}">
      <dgm:prSet custT="1"/>
      <dgm:spPr/>
      <dgm:t>
        <a:bodyPr/>
        <a:lstStyle/>
        <a:p>
          <a:r>
            <a:rPr lang="en-US" sz="1800" dirty="0">
              <a:latin typeface="Arial Narrow" panose="020B0606020202030204" pitchFamily="34" charset="0"/>
            </a:rPr>
            <a:t>Planned Work</a:t>
          </a:r>
          <a:endParaRPr lang="en-US" sz="1800" dirty="0"/>
        </a:p>
      </dgm:t>
    </dgm:pt>
    <dgm:pt modelId="{3CB4A431-0AD9-48B9-BC88-0B9F546EEA5B}" type="parTrans" cxnId="{62F54425-2496-4C83-8AFC-6BA891050617}">
      <dgm:prSet/>
      <dgm:spPr/>
      <dgm:t>
        <a:bodyPr/>
        <a:lstStyle/>
        <a:p>
          <a:endParaRPr lang="en-US"/>
        </a:p>
      </dgm:t>
    </dgm:pt>
    <dgm:pt modelId="{993D7CE9-06BC-41D9-BA20-41A3B7FF5F44}" type="sibTrans" cxnId="{62F54425-2496-4C83-8AFC-6BA891050617}">
      <dgm:prSet/>
      <dgm:spPr/>
      <dgm:t>
        <a:bodyPr/>
        <a:lstStyle/>
        <a:p>
          <a:endParaRPr lang="en-US"/>
        </a:p>
      </dgm:t>
    </dgm:pt>
    <dgm:pt modelId="{6036C5AD-F746-4CE8-AA43-E5CB14D40ED6}">
      <dgm:prSet custT="1"/>
      <dgm:spPr/>
      <dgm:t>
        <a:bodyPr/>
        <a:lstStyle/>
        <a:p>
          <a:r>
            <a:rPr lang="en-US" sz="1800" i="0" dirty="0" err="1">
              <a:solidFill>
                <a:schemeClr val="accent1"/>
              </a:solidFill>
              <a:latin typeface="Arial Narrow" panose="020B0606020202030204" pitchFamily="34" charset="0"/>
            </a:rPr>
            <a:t>Kế</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hoạch</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tiếp</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theo</a:t>
          </a:r>
          <a:endParaRPr lang="en-US" sz="1800" i="0" dirty="0">
            <a:solidFill>
              <a:schemeClr val="accent1"/>
            </a:solidFill>
            <a:latin typeface="Arial Narrow" panose="020B0606020202030204" pitchFamily="34" charset="0"/>
          </a:endParaRPr>
        </a:p>
      </dgm:t>
    </dgm:pt>
    <dgm:pt modelId="{65B0A2A9-A28A-4D42-85D6-627E67FC5EE3}" type="parTrans" cxnId="{FD147766-4910-4E02-8A11-D2C43A26CD7B}">
      <dgm:prSet/>
      <dgm:spPr/>
      <dgm:t>
        <a:bodyPr/>
        <a:lstStyle/>
        <a:p>
          <a:endParaRPr lang="en-US"/>
        </a:p>
      </dgm:t>
    </dgm:pt>
    <dgm:pt modelId="{D031DC92-98D5-4B09-9996-FA7D846D69A0}" type="sibTrans" cxnId="{FD147766-4910-4E02-8A11-D2C43A26CD7B}">
      <dgm:prSet/>
      <dgm:spPr/>
      <dgm:t>
        <a:bodyPr/>
        <a:lstStyle/>
        <a:p>
          <a:endParaRPr lang="en-US"/>
        </a:p>
      </dgm:t>
    </dgm:pt>
    <dgm:pt modelId="{9A47BC91-EB04-4D30-87A7-BEE40EC63133}" type="pres">
      <dgm:prSet presAssocID="{8F875F9A-310E-45D4-9BBD-9BE4439105B1}" presName="linearFlow" presStyleCnt="0">
        <dgm:presLayoutVars>
          <dgm:dir/>
          <dgm:animLvl val="lvl"/>
          <dgm:resizeHandles val="exact"/>
        </dgm:presLayoutVars>
      </dgm:prSet>
      <dgm:spPr/>
    </dgm:pt>
    <dgm:pt modelId="{417AB006-7AD2-4BEC-837F-F2FC6D6C86BC}" type="pres">
      <dgm:prSet presAssocID="{69A13B29-09DC-4518-B5B5-1B3B6A0CB78F}" presName="composite" presStyleCnt="0"/>
      <dgm:spPr/>
    </dgm:pt>
    <dgm:pt modelId="{C1F2D3D3-2678-46EC-8BCB-98F31BB0C578}" type="pres">
      <dgm:prSet presAssocID="{69A13B29-09DC-4518-B5B5-1B3B6A0CB78F}" presName="parentText" presStyleLbl="alignNode1" presStyleIdx="0" presStyleCnt="3">
        <dgm:presLayoutVars>
          <dgm:chMax val="1"/>
          <dgm:bulletEnabled val="1"/>
        </dgm:presLayoutVars>
      </dgm:prSet>
      <dgm:spPr/>
    </dgm:pt>
    <dgm:pt modelId="{30C28D05-ACF7-44F8-910B-07E9F813BADB}" type="pres">
      <dgm:prSet presAssocID="{69A13B29-09DC-4518-B5B5-1B3B6A0CB78F}" presName="descendantText" presStyleLbl="alignAcc1" presStyleIdx="0" presStyleCnt="3">
        <dgm:presLayoutVars>
          <dgm:bulletEnabled val="1"/>
        </dgm:presLayoutVars>
      </dgm:prSet>
      <dgm:spPr/>
    </dgm:pt>
    <dgm:pt modelId="{A945E46D-A4DD-47EF-91C7-6568EECBEC26}" type="pres">
      <dgm:prSet presAssocID="{374D01B9-4F67-4F99-BB01-5FD07EDE9536}" presName="sp" presStyleCnt="0"/>
      <dgm:spPr/>
    </dgm:pt>
    <dgm:pt modelId="{88F2F0AE-8E0F-4392-9FC3-15B5A2273D2A}" type="pres">
      <dgm:prSet presAssocID="{24615373-A47C-4317-A9D8-C5EA6A2596D3}" presName="composite" presStyleCnt="0"/>
      <dgm:spPr/>
    </dgm:pt>
    <dgm:pt modelId="{6701A474-0ADD-45DE-A8F7-75135A98A242}" type="pres">
      <dgm:prSet presAssocID="{24615373-A47C-4317-A9D8-C5EA6A2596D3}" presName="parentText" presStyleLbl="alignNode1" presStyleIdx="1" presStyleCnt="3">
        <dgm:presLayoutVars>
          <dgm:chMax val="1"/>
          <dgm:bulletEnabled val="1"/>
        </dgm:presLayoutVars>
      </dgm:prSet>
      <dgm:spPr/>
    </dgm:pt>
    <dgm:pt modelId="{09BCDB7B-F099-4E8F-8203-9CD59C4677FA}" type="pres">
      <dgm:prSet presAssocID="{24615373-A47C-4317-A9D8-C5EA6A2596D3}" presName="descendantText" presStyleLbl="alignAcc1" presStyleIdx="1" presStyleCnt="3" custLinFactNeighborY="4513">
        <dgm:presLayoutVars>
          <dgm:bulletEnabled val="1"/>
        </dgm:presLayoutVars>
      </dgm:prSet>
      <dgm:spPr/>
    </dgm:pt>
    <dgm:pt modelId="{F98C3805-8049-433A-8522-D25FEA0E78F8}" type="pres">
      <dgm:prSet presAssocID="{E8ECBF5C-614A-4EBB-90D1-934A1A7ABE3E}" presName="sp" presStyleCnt="0"/>
      <dgm:spPr/>
    </dgm:pt>
    <dgm:pt modelId="{98E758E0-21E2-40B9-999F-8537EF66E21E}" type="pres">
      <dgm:prSet presAssocID="{B9206228-1A01-4219-B02C-E88E806DE6A0}" presName="composite" presStyleCnt="0"/>
      <dgm:spPr/>
    </dgm:pt>
    <dgm:pt modelId="{7BD0CC29-C7F9-4FB6-9FA3-128ADE95EDB5}" type="pres">
      <dgm:prSet presAssocID="{B9206228-1A01-4219-B02C-E88E806DE6A0}" presName="parentText" presStyleLbl="alignNode1" presStyleIdx="2" presStyleCnt="3">
        <dgm:presLayoutVars>
          <dgm:chMax val="1"/>
          <dgm:bulletEnabled val="1"/>
        </dgm:presLayoutVars>
      </dgm:prSet>
      <dgm:spPr/>
    </dgm:pt>
    <dgm:pt modelId="{C116E175-78F5-4B85-AD31-E9D8DE43CD0C}" type="pres">
      <dgm:prSet presAssocID="{B9206228-1A01-4219-B02C-E88E806DE6A0}" presName="descendantText" presStyleLbl="alignAcc1" presStyleIdx="2" presStyleCnt="3">
        <dgm:presLayoutVars>
          <dgm:bulletEnabled val="1"/>
        </dgm:presLayoutVars>
      </dgm:prSet>
      <dgm:spPr/>
    </dgm:pt>
  </dgm:ptLst>
  <dgm:cxnLst>
    <dgm:cxn modelId="{E5653607-F3CB-4CFF-8C85-9B7B31DB7FEC}" type="presOf" srcId="{24615373-A47C-4317-A9D8-C5EA6A2596D3}" destId="{6701A474-0ADD-45DE-A8F7-75135A98A242}" srcOrd="0" destOrd="0" presId="urn:microsoft.com/office/officeart/2005/8/layout/chevron2"/>
    <dgm:cxn modelId="{62F54425-2496-4C83-8AFC-6BA891050617}" srcId="{B9206228-1A01-4219-B02C-E88E806DE6A0}" destId="{156D2DBE-CD57-47A8-A782-024F33181770}" srcOrd="0" destOrd="0" parTransId="{3CB4A431-0AD9-48B9-BC88-0B9F546EEA5B}" sibTransId="{993D7CE9-06BC-41D9-BA20-41A3B7FF5F44}"/>
    <dgm:cxn modelId="{3E285433-F9BE-4325-A2DE-B2BABDEEB337}" srcId="{8F875F9A-310E-45D4-9BBD-9BE4439105B1}" destId="{24615373-A47C-4317-A9D8-C5EA6A2596D3}" srcOrd="1" destOrd="0" parTransId="{E9B856B9-6229-4DE6-B158-9C89627227EC}" sibTransId="{E8ECBF5C-614A-4EBB-90D1-934A1A7ABE3E}"/>
    <dgm:cxn modelId="{E207B336-7F9E-4ECC-B8D3-BB5EADAD6197}" type="presOf" srcId="{8F875F9A-310E-45D4-9BBD-9BE4439105B1}" destId="{9A47BC91-EB04-4D30-87A7-BEE40EC63133}" srcOrd="0" destOrd="0" presId="urn:microsoft.com/office/officeart/2005/8/layout/chevron2"/>
    <dgm:cxn modelId="{15DF113C-6022-45C2-874D-0CF23A7D2509}" type="presOf" srcId="{51C14E0E-1440-4ECD-83E3-A0D8C75F2F8A}" destId="{30C28D05-ACF7-44F8-910B-07E9F813BADB}" srcOrd="0" destOrd="0" presId="urn:microsoft.com/office/officeart/2005/8/layout/chevron2"/>
    <dgm:cxn modelId="{FD147766-4910-4E02-8A11-D2C43A26CD7B}" srcId="{B9206228-1A01-4219-B02C-E88E806DE6A0}" destId="{6036C5AD-F746-4CE8-AA43-E5CB14D40ED6}" srcOrd="1" destOrd="0" parTransId="{65B0A2A9-A28A-4D42-85D6-627E67FC5EE3}" sibTransId="{D031DC92-98D5-4B09-9996-FA7D846D69A0}"/>
    <dgm:cxn modelId="{4081AF79-17AE-417E-ADEC-44E5E409915C}" srcId="{8F875F9A-310E-45D4-9BBD-9BE4439105B1}" destId="{69A13B29-09DC-4518-B5B5-1B3B6A0CB78F}" srcOrd="0" destOrd="0" parTransId="{6EE3D5BE-BBFA-4EBC-A851-4B0E68A32DF6}" sibTransId="{374D01B9-4F67-4F99-BB01-5FD07EDE9536}"/>
    <dgm:cxn modelId="{7F4F8A98-F335-4D12-996F-6F222E128650}" type="presOf" srcId="{6036C5AD-F746-4CE8-AA43-E5CB14D40ED6}" destId="{C116E175-78F5-4B85-AD31-E9D8DE43CD0C}" srcOrd="0" destOrd="1" presId="urn:microsoft.com/office/officeart/2005/8/layout/chevron2"/>
    <dgm:cxn modelId="{89447999-D243-4A45-8C3D-BE01CCC3E3DD}" srcId="{69A13B29-09DC-4518-B5B5-1B3B6A0CB78F}" destId="{51C14E0E-1440-4ECD-83E3-A0D8C75F2F8A}" srcOrd="0" destOrd="0" parTransId="{BA8BCBBE-2B8A-4598-B870-16E352F2513A}" sibTransId="{DF6F4B93-71B0-4A17-89C0-E8F6F004D435}"/>
    <dgm:cxn modelId="{AE85079E-338D-48E4-8208-B0B6C23BE8DD}" type="presOf" srcId="{69A13B29-09DC-4518-B5B5-1B3B6A0CB78F}" destId="{C1F2D3D3-2678-46EC-8BCB-98F31BB0C578}" srcOrd="0" destOrd="0" presId="urn:microsoft.com/office/officeart/2005/8/layout/chevron2"/>
    <dgm:cxn modelId="{6349B3A4-C0C9-4346-8C77-836CE8BB8AAC}" srcId="{24615373-A47C-4317-A9D8-C5EA6A2596D3}" destId="{40663525-83A4-4E8E-A1C4-D22016050694}" srcOrd="1" destOrd="0" parTransId="{B260A7CC-B09C-440C-B952-6947AA2DA9D2}" sibTransId="{3957B4B1-5581-4D09-94A6-9280C9FACD26}"/>
    <dgm:cxn modelId="{438C19B3-278B-4D06-A5BF-1BCE45F5435C}" srcId="{69A13B29-09DC-4518-B5B5-1B3B6A0CB78F}" destId="{4C719255-626C-43CD-81C9-DAF6FA3C65CD}" srcOrd="1" destOrd="0" parTransId="{88F050C7-3BEA-4B1D-A5D1-13125AECE934}" sibTransId="{D7204D8B-84D2-41F0-A2C5-6965EBBEB2EE}"/>
    <dgm:cxn modelId="{60D5A4B3-7D60-4033-9CB2-47168036088F}" type="presOf" srcId="{156D2DBE-CD57-47A8-A782-024F33181770}" destId="{C116E175-78F5-4B85-AD31-E9D8DE43CD0C}" srcOrd="0" destOrd="0" presId="urn:microsoft.com/office/officeart/2005/8/layout/chevron2"/>
    <dgm:cxn modelId="{5C140AC3-9ACC-46FC-9CB1-DD47ED17C195}" type="presOf" srcId="{40663525-83A4-4E8E-A1C4-D22016050694}" destId="{09BCDB7B-F099-4E8F-8203-9CD59C4677FA}" srcOrd="0" destOrd="1" presId="urn:microsoft.com/office/officeart/2005/8/layout/chevron2"/>
    <dgm:cxn modelId="{D19C79CF-E6CA-4A33-ABAC-E1022E99C743}" srcId="{8F875F9A-310E-45D4-9BBD-9BE4439105B1}" destId="{B9206228-1A01-4219-B02C-E88E806DE6A0}" srcOrd="2" destOrd="0" parTransId="{41E1E7F4-3D05-4314-A313-1F4AA68E54F2}" sibTransId="{1FA48277-2049-4625-97C5-BF07EEF9761F}"/>
    <dgm:cxn modelId="{D710C1CF-9C8F-47A1-BDA1-4575FF07242D}" srcId="{24615373-A47C-4317-A9D8-C5EA6A2596D3}" destId="{25DE1DB6-9C17-4A27-9AB9-F6603B58C3B9}" srcOrd="0" destOrd="0" parTransId="{B5E89957-24CE-44EC-AE96-B29A71C07B32}" sibTransId="{8DD71426-2A29-40C3-BC5B-5FD9C33C10FC}"/>
    <dgm:cxn modelId="{3F8793DB-EDDD-4A3C-9D34-20DB9759E1B5}" type="presOf" srcId="{25DE1DB6-9C17-4A27-9AB9-F6603B58C3B9}" destId="{09BCDB7B-F099-4E8F-8203-9CD59C4677FA}" srcOrd="0" destOrd="0" presId="urn:microsoft.com/office/officeart/2005/8/layout/chevron2"/>
    <dgm:cxn modelId="{4CB1C8E4-BD15-416C-8EBE-B4AD3D93F765}" type="presOf" srcId="{4C719255-626C-43CD-81C9-DAF6FA3C65CD}" destId="{30C28D05-ACF7-44F8-910B-07E9F813BADB}" srcOrd="0" destOrd="1" presId="urn:microsoft.com/office/officeart/2005/8/layout/chevron2"/>
    <dgm:cxn modelId="{79FFD5F3-4EC5-4CD4-8E1A-D05DC4CE9CDC}" type="presOf" srcId="{B9206228-1A01-4219-B02C-E88E806DE6A0}" destId="{7BD0CC29-C7F9-4FB6-9FA3-128ADE95EDB5}" srcOrd="0" destOrd="0" presId="urn:microsoft.com/office/officeart/2005/8/layout/chevron2"/>
    <dgm:cxn modelId="{DE699240-5F3C-4ABE-9252-1DAED6D892EA}" type="presParOf" srcId="{9A47BC91-EB04-4D30-87A7-BEE40EC63133}" destId="{417AB006-7AD2-4BEC-837F-F2FC6D6C86BC}" srcOrd="0" destOrd="0" presId="urn:microsoft.com/office/officeart/2005/8/layout/chevron2"/>
    <dgm:cxn modelId="{4114AE50-28C2-4048-89FD-6DD06FFFD330}" type="presParOf" srcId="{417AB006-7AD2-4BEC-837F-F2FC6D6C86BC}" destId="{C1F2D3D3-2678-46EC-8BCB-98F31BB0C578}" srcOrd="0" destOrd="0" presId="urn:microsoft.com/office/officeart/2005/8/layout/chevron2"/>
    <dgm:cxn modelId="{AF2E479F-553E-462D-9BB4-1A55C824EA6E}" type="presParOf" srcId="{417AB006-7AD2-4BEC-837F-F2FC6D6C86BC}" destId="{30C28D05-ACF7-44F8-910B-07E9F813BADB}" srcOrd="1" destOrd="0" presId="urn:microsoft.com/office/officeart/2005/8/layout/chevron2"/>
    <dgm:cxn modelId="{E5EA7DD0-1882-4757-A3EF-7FBF99B2EA0D}" type="presParOf" srcId="{9A47BC91-EB04-4D30-87A7-BEE40EC63133}" destId="{A945E46D-A4DD-47EF-91C7-6568EECBEC26}" srcOrd="1" destOrd="0" presId="urn:microsoft.com/office/officeart/2005/8/layout/chevron2"/>
    <dgm:cxn modelId="{143E9FB1-AF2C-435D-8478-A8405464187B}" type="presParOf" srcId="{9A47BC91-EB04-4D30-87A7-BEE40EC63133}" destId="{88F2F0AE-8E0F-4392-9FC3-15B5A2273D2A}" srcOrd="2" destOrd="0" presId="urn:microsoft.com/office/officeart/2005/8/layout/chevron2"/>
    <dgm:cxn modelId="{04131EA1-B851-42D3-8968-2CFA9CD5CEC1}" type="presParOf" srcId="{88F2F0AE-8E0F-4392-9FC3-15B5A2273D2A}" destId="{6701A474-0ADD-45DE-A8F7-75135A98A242}" srcOrd="0" destOrd="0" presId="urn:microsoft.com/office/officeart/2005/8/layout/chevron2"/>
    <dgm:cxn modelId="{1360610D-DE33-420F-93E1-6AFCCAF76232}" type="presParOf" srcId="{88F2F0AE-8E0F-4392-9FC3-15B5A2273D2A}" destId="{09BCDB7B-F099-4E8F-8203-9CD59C4677FA}" srcOrd="1" destOrd="0" presId="urn:microsoft.com/office/officeart/2005/8/layout/chevron2"/>
    <dgm:cxn modelId="{E5D65626-154B-4887-90CB-27AD767C1D0D}" type="presParOf" srcId="{9A47BC91-EB04-4D30-87A7-BEE40EC63133}" destId="{F98C3805-8049-433A-8522-D25FEA0E78F8}" srcOrd="3" destOrd="0" presId="urn:microsoft.com/office/officeart/2005/8/layout/chevron2"/>
    <dgm:cxn modelId="{0AB64629-7666-4E52-8E33-2E9654175A95}" type="presParOf" srcId="{9A47BC91-EB04-4D30-87A7-BEE40EC63133}" destId="{98E758E0-21E2-40B9-999F-8537EF66E21E}" srcOrd="4" destOrd="0" presId="urn:microsoft.com/office/officeart/2005/8/layout/chevron2"/>
    <dgm:cxn modelId="{BA1FC5FB-60F5-4575-95EF-DCFD758D9498}" type="presParOf" srcId="{98E758E0-21E2-40B9-999F-8537EF66E21E}" destId="{7BD0CC29-C7F9-4FB6-9FA3-128ADE95EDB5}" srcOrd="0" destOrd="0" presId="urn:microsoft.com/office/officeart/2005/8/layout/chevron2"/>
    <dgm:cxn modelId="{BE111680-EBFC-45F9-AC71-DCE89624A437}" type="presParOf" srcId="{98E758E0-21E2-40B9-999F-8537EF66E21E}" destId="{C116E175-78F5-4B85-AD31-E9D8DE43CD0C}"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F875F9A-310E-45D4-9BBD-9BE4439105B1}" type="doc">
      <dgm:prSet loTypeId="urn:microsoft.com/office/officeart/2005/8/layout/chevron2" loCatId="list" qsTypeId="urn:microsoft.com/office/officeart/2005/8/quickstyle/simple1" qsCatId="simple" csTypeId="urn:microsoft.com/office/officeart/2005/8/colors/colorful1" csCatId="colorful" phldr="1"/>
      <dgm:spPr/>
      <dgm:t>
        <a:bodyPr/>
        <a:lstStyle/>
        <a:p>
          <a:endParaRPr lang="en-US"/>
        </a:p>
      </dgm:t>
    </dgm:pt>
    <dgm:pt modelId="{9A47BC91-EB04-4D30-87A7-BEE40EC63133}" type="pres">
      <dgm:prSet presAssocID="{8F875F9A-310E-45D4-9BBD-9BE4439105B1}" presName="linearFlow" presStyleCnt="0">
        <dgm:presLayoutVars>
          <dgm:dir/>
          <dgm:animLvl val="lvl"/>
          <dgm:resizeHandles val="exact"/>
        </dgm:presLayoutVars>
      </dgm:prSet>
      <dgm:spPr/>
    </dgm:pt>
  </dgm:ptLst>
  <dgm:cxnLst>
    <dgm:cxn modelId="{E207B336-7F9E-4ECC-B8D3-BB5EADAD6197}" type="presOf" srcId="{8F875F9A-310E-45D4-9BBD-9BE4439105B1}" destId="{9A47BC91-EB04-4D30-87A7-BEE40EC63133}" srcOrd="0" destOrd="0" presId="urn:microsoft.com/office/officeart/2005/8/layout/chevro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F875F9A-310E-45D4-9BBD-9BE4439105B1}" type="doc">
      <dgm:prSet loTypeId="urn:microsoft.com/office/officeart/2005/8/layout/chevron2" loCatId="list" qsTypeId="urn:microsoft.com/office/officeart/2005/8/quickstyle/simple1" qsCatId="simple" csTypeId="urn:microsoft.com/office/officeart/2005/8/colors/colorful1" csCatId="colorful" phldr="1"/>
      <dgm:spPr/>
      <dgm:t>
        <a:bodyPr/>
        <a:lstStyle/>
        <a:p>
          <a:endParaRPr lang="en-US"/>
        </a:p>
      </dgm:t>
    </dgm:pt>
    <dgm:pt modelId="{69A13B29-09DC-4518-B5B5-1B3B6A0CB78F}">
      <dgm:prSet phldrT="[Text]" custT="1"/>
      <dgm:spPr/>
      <dgm:t>
        <a:bodyPr/>
        <a:lstStyle/>
        <a:p>
          <a:r>
            <a:rPr lang="en-US" sz="2800" dirty="0">
              <a:latin typeface="Arial Narrow" panose="020B0606020202030204" pitchFamily="34" charset="0"/>
            </a:rPr>
            <a:t>1</a:t>
          </a:r>
        </a:p>
      </dgm:t>
    </dgm:pt>
    <dgm:pt modelId="{6EE3D5BE-BBFA-4EBC-A851-4B0E68A32DF6}" type="parTrans" cxnId="{4081AF79-17AE-417E-ADEC-44E5E409915C}">
      <dgm:prSet/>
      <dgm:spPr/>
      <dgm:t>
        <a:bodyPr/>
        <a:lstStyle/>
        <a:p>
          <a:endParaRPr lang="en-US"/>
        </a:p>
      </dgm:t>
    </dgm:pt>
    <dgm:pt modelId="{374D01B9-4F67-4F99-BB01-5FD07EDE9536}" type="sibTrans" cxnId="{4081AF79-17AE-417E-ADEC-44E5E409915C}">
      <dgm:prSet/>
      <dgm:spPr/>
      <dgm:t>
        <a:bodyPr/>
        <a:lstStyle/>
        <a:p>
          <a:endParaRPr lang="en-US"/>
        </a:p>
      </dgm:t>
    </dgm:pt>
    <dgm:pt modelId="{51C14E0E-1440-4ECD-83E3-A0D8C75F2F8A}">
      <dgm:prSet custT="1"/>
      <dgm:spPr/>
      <dgm:t>
        <a:bodyPr/>
        <a:lstStyle/>
        <a:p>
          <a:r>
            <a:rPr lang="en-US" sz="1800" i="0" dirty="0">
              <a:latin typeface="Arial Narrow" panose="020B0606020202030204" pitchFamily="34" charset="0"/>
            </a:rPr>
            <a:t>Design Objectives</a:t>
          </a:r>
        </a:p>
      </dgm:t>
    </dgm:pt>
    <dgm:pt modelId="{BA8BCBBE-2B8A-4598-B870-16E352F2513A}" type="parTrans" cxnId="{89447999-D243-4A45-8C3D-BE01CCC3E3DD}">
      <dgm:prSet/>
      <dgm:spPr/>
      <dgm:t>
        <a:bodyPr/>
        <a:lstStyle/>
        <a:p>
          <a:endParaRPr lang="en-US"/>
        </a:p>
      </dgm:t>
    </dgm:pt>
    <dgm:pt modelId="{DF6F4B93-71B0-4A17-89C0-E8F6F004D435}" type="sibTrans" cxnId="{89447999-D243-4A45-8C3D-BE01CCC3E3DD}">
      <dgm:prSet/>
      <dgm:spPr/>
      <dgm:t>
        <a:bodyPr/>
        <a:lstStyle/>
        <a:p>
          <a:endParaRPr lang="en-US"/>
        </a:p>
      </dgm:t>
    </dgm:pt>
    <dgm:pt modelId="{4C719255-626C-43CD-81C9-DAF6FA3C65CD}">
      <dgm:prSet custT="1"/>
      <dgm:spPr/>
      <dgm:t>
        <a:bodyPr/>
        <a:lstStyle/>
        <a:p>
          <a:r>
            <a:rPr lang="en-US" sz="1800" i="0" dirty="0" err="1">
              <a:solidFill>
                <a:schemeClr val="accent1"/>
              </a:solidFill>
              <a:latin typeface="Arial Narrow" panose="020B0606020202030204" pitchFamily="34" charset="0"/>
            </a:rPr>
            <a:t>Mục</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tiêu</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thiết</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kế</a:t>
          </a:r>
          <a:endParaRPr lang="en-US" sz="1800" i="0" dirty="0"/>
        </a:p>
      </dgm:t>
    </dgm:pt>
    <dgm:pt modelId="{88F050C7-3BEA-4B1D-A5D1-13125AECE934}" type="parTrans" cxnId="{438C19B3-278B-4D06-A5BF-1BCE45F5435C}">
      <dgm:prSet/>
      <dgm:spPr/>
      <dgm:t>
        <a:bodyPr/>
        <a:lstStyle/>
        <a:p>
          <a:endParaRPr lang="en-US"/>
        </a:p>
      </dgm:t>
    </dgm:pt>
    <dgm:pt modelId="{D7204D8B-84D2-41F0-A2C5-6965EBBEB2EE}" type="sibTrans" cxnId="{438C19B3-278B-4D06-A5BF-1BCE45F5435C}">
      <dgm:prSet/>
      <dgm:spPr/>
      <dgm:t>
        <a:bodyPr/>
        <a:lstStyle/>
        <a:p>
          <a:endParaRPr lang="en-US"/>
        </a:p>
      </dgm:t>
    </dgm:pt>
    <dgm:pt modelId="{9A47BC91-EB04-4D30-87A7-BEE40EC63133}" type="pres">
      <dgm:prSet presAssocID="{8F875F9A-310E-45D4-9BBD-9BE4439105B1}" presName="linearFlow" presStyleCnt="0">
        <dgm:presLayoutVars>
          <dgm:dir/>
          <dgm:animLvl val="lvl"/>
          <dgm:resizeHandles val="exact"/>
        </dgm:presLayoutVars>
      </dgm:prSet>
      <dgm:spPr/>
    </dgm:pt>
    <dgm:pt modelId="{417AB006-7AD2-4BEC-837F-F2FC6D6C86BC}" type="pres">
      <dgm:prSet presAssocID="{69A13B29-09DC-4518-B5B5-1B3B6A0CB78F}" presName="composite" presStyleCnt="0"/>
      <dgm:spPr/>
    </dgm:pt>
    <dgm:pt modelId="{C1F2D3D3-2678-46EC-8BCB-98F31BB0C578}" type="pres">
      <dgm:prSet presAssocID="{69A13B29-09DC-4518-B5B5-1B3B6A0CB78F}" presName="parentText" presStyleLbl="alignNode1" presStyleIdx="0" presStyleCnt="1">
        <dgm:presLayoutVars>
          <dgm:chMax val="1"/>
          <dgm:bulletEnabled val="1"/>
        </dgm:presLayoutVars>
      </dgm:prSet>
      <dgm:spPr/>
    </dgm:pt>
    <dgm:pt modelId="{30C28D05-ACF7-44F8-910B-07E9F813BADB}" type="pres">
      <dgm:prSet presAssocID="{69A13B29-09DC-4518-B5B5-1B3B6A0CB78F}" presName="descendantText" presStyleLbl="alignAcc1" presStyleIdx="0" presStyleCnt="1">
        <dgm:presLayoutVars>
          <dgm:bulletEnabled val="1"/>
        </dgm:presLayoutVars>
      </dgm:prSet>
      <dgm:spPr/>
    </dgm:pt>
  </dgm:ptLst>
  <dgm:cxnLst>
    <dgm:cxn modelId="{E207B336-7F9E-4ECC-B8D3-BB5EADAD6197}" type="presOf" srcId="{8F875F9A-310E-45D4-9BBD-9BE4439105B1}" destId="{9A47BC91-EB04-4D30-87A7-BEE40EC63133}" srcOrd="0" destOrd="0" presId="urn:microsoft.com/office/officeart/2005/8/layout/chevron2"/>
    <dgm:cxn modelId="{15DF113C-6022-45C2-874D-0CF23A7D2509}" type="presOf" srcId="{51C14E0E-1440-4ECD-83E3-A0D8C75F2F8A}" destId="{30C28D05-ACF7-44F8-910B-07E9F813BADB}" srcOrd="0" destOrd="0" presId="urn:microsoft.com/office/officeart/2005/8/layout/chevron2"/>
    <dgm:cxn modelId="{4081AF79-17AE-417E-ADEC-44E5E409915C}" srcId="{8F875F9A-310E-45D4-9BBD-9BE4439105B1}" destId="{69A13B29-09DC-4518-B5B5-1B3B6A0CB78F}" srcOrd="0" destOrd="0" parTransId="{6EE3D5BE-BBFA-4EBC-A851-4B0E68A32DF6}" sibTransId="{374D01B9-4F67-4F99-BB01-5FD07EDE9536}"/>
    <dgm:cxn modelId="{89447999-D243-4A45-8C3D-BE01CCC3E3DD}" srcId="{69A13B29-09DC-4518-B5B5-1B3B6A0CB78F}" destId="{51C14E0E-1440-4ECD-83E3-A0D8C75F2F8A}" srcOrd="0" destOrd="0" parTransId="{BA8BCBBE-2B8A-4598-B870-16E352F2513A}" sibTransId="{DF6F4B93-71B0-4A17-89C0-E8F6F004D435}"/>
    <dgm:cxn modelId="{AE85079E-338D-48E4-8208-B0B6C23BE8DD}" type="presOf" srcId="{69A13B29-09DC-4518-B5B5-1B3B6A0CB78F}" destId="{C1F2D3D3-2678-46EC-8BCB-98F31BB0C578}" srcOrd="0" destOrd="0" presId="urn:microsoft.com/office/officeart/2005/8/layout/chevron2"/>
    <dgm:cxn modelId="{438C19B3-278B-4D06-A5BF-1BCE45F5435C}" srcId="{69A13B29-09DC-4518-B5B5-1B3B6A0CB78F}" destId="{4C719255-626C-43CD-81C9-DAF6FA3C65CD}" srcOrd="1" destOrd="0" parTransId="{88F050C7-3BEA-4B1D-A5D1-13125AECE934}" sibTransId="{D7204D8B-84D2-41F0-A2C5-6965EBBEB2EE}"/>
    <dgm:cxn modelId="{4CB1C8E4-BD15-416C-8EBE-B4AD3D93F765}" type="presOf" srcId="{4C719255-626C-43CD-81C9-DAF6FA3C65CD}" destId="{30C28D05-ACF7-44F8-910B-07E9F813BADB}" srcOrd="0" destOrd="1" presId="urn:microsoft.com/office/officeart/2005/8/layout/chevron2"/>
    <dgm:cxn modelId="{DE699240-5F3C-4ABE-9252-1DAED6D892EA}" type="presParOf" srcId="{9A47BC91-EB04-4D30-87A7-BEE40EC63133}" destId="{417AB006-7AD2-4BEC-837F-F2FC6D6C86BC}" srcOrd="0" destOrd="0" presId="urn:microsoft.com/office/officeart/2005/8/layout/chevron2"/>
    <dgm:cxn modelId="{4114AE50-28C2-4048-89FD-6DD06FFFD330}" type="presParOf" srcId="{417AB006-7AD2-4BEC-837F-F2FC6D6C86BC}" destId="{C1F2D3D3-2678-46EC-8BCB-98F31BB0C578}" srcOrd="0" destOrd="0" presId="urn:microsoft.com/office/officeart/2005/8/layout/chevron2"/>
    <dgm:cxn modelId="{AF2E479F-553E-462D-9BB4-1A55C824EA6E}" type="presParOf" srcId="{417AB006-7AD2-4BEC-837F-F2FC6D6C86BC}" destId="{30C28D05-ACF7-44F8-910B-07E9F813BADB}" srcOrd="1" destOrd="0" presId="urn:microsoft.com/office/officeart/2005/8/layout/chevron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F875F9A-310E-45D4-9BBD-9BE4439105B1}" type="doc">
      <dgm:prSet loTypeId="urn:microsoft.com/office/officeart/2005/8/layout/chevron2" loCatId="list" qsTypeId="urn:microsoft.com/office/officeart/2005/8/quickstyle/simple1" qsCatId="simple" csTypeId="urn:microsoft.com/office/officeart/2005/8/colors/colorful1" csCatId="colorful" phldr="1"/>
      <dgm:spPr/>
      <dgm:t>
        <a:bodyPr/>
        <a:lstStyle/>
        <a:p>
          <a:endParaRPr lang="en-US"/>
        </a:p>
      </dgm:t>
    </dgm:pt>
    <dgm:pt modelId="{69A13B29-09DC-4518-B5B5-1B3B6A0CB78F}">
      <dgm:prSet phldrT="[Text]" custT="1"/>
      <dgm:spPr/>
      <dgm:t>
        <a:bodyPr/>
        <a:lstStyle/>
        <a:p>
          <a:r>
            <a:rPr lang="en-US" sz="2800" dirty="0">
              <a:latin typeface="Arial Narrow" panose="020B0606020202030204" pitchFamily="34" charset="0"/>
            </a:rPr>
            <a:t>1</a:t>
          </a:r>
        </a:p>
      </dgm:t>
    </dgm:pt>
    <dgm:pt modelId="{6EE3D5BE-BBFA-4EBC-A851-4B0E68A32DF6}" type="parTrans" cxnId="{4081AF79-17AE-417E-ADEC-44E5E409915C}">
      <dgm:prSet/>
      <dgm:spPr/>
      <dgm:t>
        <a:bodyPr/>
        <a:lstStyle/>
        <a:p>
          <a:endParaRPr lang="en-US"/>
        </a:p>
      </dgm:t>
    </dgm:pt>
    <dgm:pt modelId="{374D01B9-4F67-4F99-BB01-5FD07EDE9536}" type="sibTrans" cxnId="{4081AF79-17AE-417E-ADEC-44E5E409915C}">
      <dgm:prSet/>
      <dgm:spPr/>
      <dgm:t>
        <a:bodyPr/>
        <a:lstStyle/>
        <a:p>
          <a:endParaRPr lang="en-US"/>
        </a:p>
      </dgm:t>
    </dgm:pt>
    <dgm:pt modelId="{51C14E0E-1440-4ECD-83E3-A0D8C75F2F8A}">
      <dgm:prSet custT="1"/>
      <dgm:spPr/>
      <dgm:t>
        <a:bodyPr/>
        <a:lstStyle/>
        <a:p>
          <a:r>
            <a:rPr lang="en-US" sz="1800" i="0" dirty="0">
              <a:latin typeface="Arial Narrow" panose="020B0606020202030204" pitchFamily="34" charset="0"/>
            </a:rPr>
            <a:t>Design Objectives</a:t>
          </a:r>
        </a:p>
      </dgm:t>
    </dgm:pt>
    <dgm:pt modelId="{BA8BCBBE-2B8A-4598-B870-16E352F2513A}" type="parTrans" cxnId="{89447999-D243-4A45-8C3D-BE01CCC3E3DD}">
      <dgm:prSet/>
      <dgm:spPr/>
      <dgm:t>
        <a:bodyPr/>
        <a:lstStyle/>
        <a:p>
          <a:endParaRPr lang="en-US"/>
        </a:p>
      </dgm:t>
    </dgm:pt>
    <dgm:pt modelId="{DF6F4B93-71B0-4A17-89C0-E8F6F004D435}" type="sibTrans" cxnId="{89447999-D243-4A45-8C3D-BE01CCC3E3DD}">
      <dgm:prSet/>
      <dgm:spPr/>
      <dgm:t>
        <a:bodyPr/>
        <a:lstStyle/>
        <a:p>
          <a:endParaRPr lang="en-US"/>
        </a:p>
      </dgm:t>
    </dgm:pt>
    <dgm:pt modelId="{4C719255-626C-43CD-81C9-DAF6FA3C65CD}">
      <dgm:prSet custT="1"/>
      <dgm:spPr/>
      <dgm:t>
        <a:bodyPr/>
        <a:lstStyle/>
        <a:p>
          <a:r>
            <a:rPr lang="en-US" sz="1800" i="0" dirty="0" err="1">
              <a:solidFill>
                <a:schemeClr val="accent1"/>
              </a:solidFill>
              <a:latin typeface="Arial Narrow" panose="020B0606020202030204" pitchFamily="34" charset="0"/>
            </a:rPr>
            <a:t>Mục</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tiêu</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thiết</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kế</a:t>
          </a:r>
          <a:endParaRPr lang="en-US" sz="1800" i="0" dirty="0"/>
        </a:p>
      </dgm:t>
    </dgm:pt>
    <dgm:pt modelId="{88F050C7-3BEA-4B1D-A5D1-13125AECE934}" type="parTrans" cxnId="{438C19B3-278B-4D06-A5BF-1BCE45F5435C}">
      <dgm:prSet/>
      <dgm:spPr/>
      <dgm:t>
        <a:bodyPr/>
        <a:lstStyle/>
        <a:p>
          <a:endParaRPr lang="en-US"/>
        </a:p>
      </dgm:t>
    </dgm:pt>
    <dgm:pt modelId="{D7204D8B-84D2-41F0-A2C5-6965EBBEB2EE}" type="sibTrans" cxnId="{438C19B3-278B-4D06-A5BF-1BCE45F5435C}">
      <dgm:prSet/>
      <dgm:spPr/>
      <dgm:t>
        <a:bodyPr/>
        <a:lstStyle/>
        <a:p>
          <a:endParaRPr lang="en-US"/>
        </a:p>
      </dgm:t>
    </dgm:pt>
    <dgm:pt modelId="{9A47BC91-EB04-4D30-87A7-BEE40EC63133}" type="pres">
      <dgm:prSet presAssocID="{8F875F9A-310E-45D4-9BBD-9BE4439105B1}" presName="linearFlow" presStyleCnt="0">
        <dgm:presLayoutVars>
          <dgm:dir/>
          <dgm:animLvl val="lvl"/>
          <dgm:resizeHandles val="exact"/>
        </dgm:presLayoutVars>
      </dgm:prSet>
      <dgm:spPr/>
    </dgm:pt>
    <dgm:pt modelId="{417AB006-7AD2-4BEC-837F-F2FC6D6C86BC}" type="pres">
      <dgm:prSet presAssocID="{69A13B29-09DC-4518-B5B5-1B3B6A0CB78F}" presName="composite" presStyleCnt="0"/>
      <dgm:spPr/>
    </dgm:pt>
    <dgm:pt modelId="{C1F2D3D3-2678-46EC-8BCB-98F31BB0C578}" type="pres">
      <dgm:prSet presAssocID="{69A13B29-09DC-4518-B5B5-1B3B6A0CB78F}" presName="parentText" presStyleLbl="alignNode1" presStyleIdx="0" presStyleCnt="1">
        <dgm:presLayoutVars>
          <dgm:chMax val="1"/>
          <dgm:bulletEnabled val="1"/>
        </dgm:presLayoutVars>
      </dgm:prSet>
      <dgm:spPr/>
    </dgm:pt>
    <dgm:pt modelId="{30C28D05-ACF7-44F8-910B-07E9F813BADB}" type="pres">
      <dgm:prSet presAssocID="{69A13B29-09DC-4518-B5B5-1B3B6A0CB78F}" presName="descendantText" presStyleLbl="alignAcc1" presStyleIdx="0" presStyleCnt="1">
        <dgm:presLayoutVars>
          <dgm:bulletEnabled val="1"/>
        </dgm:presLayoutVars>
      </dgm:prSet>
      <dgm:spPr/>
    </dgm:pt>
  </dgm:ptLst>
  <dgm:cxnLst>
    <dgm:cxn modelId="{E207B336-7F9E-4ECC-B8D3-BB5EADAD6197}" type="presOf" srcId="{8F875F9A-310E-45D4-9BBD-9BE4439105B1}" destId="{9A47BC91-EB04-4D30-87A7-BEE40EC63133}" srcOrd="0" destOrd="0" presId="urn:microsoft.com/office/officeart/2005/8/layout/chevron2"/>
    <dgm:cxn modelId="{15DF113C-6022-45C2-874D-0CF23A7D2509}" type="presOf" srcId="{51C14E0E-1440-4ECD-83E3-A0D8C75F2F8A}" destId="{30C28D05-ACF7-44F8-910B-07E9F813BADB}" srcOrd="0" destOrd="0" presId="urn:microsoft.com/office/officeart/2005/8/layout/chevron2"/>
    <dgm:cxn modelId="{4081AF79-17AE-417E-ADEC-44E5E409915C}" srcId="{8F875F9A-310E-45D4-9BBD-9BE4439105B1}" destId="{69A13B29-09DC-4518-B5B5-1B3B6A0CB78F}" srcOrd="0" destOrd="0" parTransId="{6EE3D5BE-BBFA-4EBC-A851-4B0E68A32DF6}" sibTransId="{374D01B9-4F67-4F99-BB01-5FD07EDE9536}"/>
    <dgm:cxn modelId="{89447999-D243-4A45-8C3D-BE01CCC3E3DD}" srcId="{69A13B29-09DC-4518-B5B5-1B3B6A0CB78F}" destId="{51C14E0E-1440-4ECD-83E3-A0D8C75F2F8A}" srcOrd="0" destOrd="0" parTransId="{BA8BCBBE-2B8A-4598-B870-16E352F2513A}" sibTransId="{DF6F4B93-71B0-4A17-89C0-E8F6F004D435}"/>
    <dgm:cxn modelId="{AE85079E-338D-48E4-8208-B0B6C23BE8DD}" type="presOf" srcId="{69A13B29-09DC-4518-B5B5-1B3B6A0CB78F}" destId="{C1F2D3D3-2678-46EC-8BCB-98F31BB0C578}" srcOrd="0" destOrd="0" presId="urn:microsoft.com/office/officeart/2005/8/layout/chevron2"/>
    <dgm:cxn modelId="{438C19B3-278B-4D06-A5BF-1BCE45F5435C}" srcId="{69A13B29-09DC-4518-B5B5-1B3B6A0CB78F}" destId="{4C719255-626C-43CD-81C9-DAF6FA3C65CD}" srcOrd="1" destOrd="0" parTransId="{88F050C7-3BEA-4B1D-A5D1-13125AECE934}" sibTransId="{D7204D8B-84D2-41F0-A2C5-6965EBBEB2EE}"/>
    <dgm:cxn modelId="{4CB1C8E4-BD15-416C-8EBE-B4AD3D93F765}" type="presOf" srcId="{4C719255-626C-43CD-81C9-DAF6FA3C65CD}" destId="{30C28D05-ACF7-44F8-910B-07E9F813BADB}" srcOrd="0" destOrd="1" presId="urn:microsoft.com/office/officeart/2005/8/layout/chevron2"/>
    <dgm:cxn modelId="{DE699240-5F3C-4ABE-9252-1DAED6D892EA}" type="presParOf" srcId="{9A47BC91-EB04-4D30-87A7-BEE40EC63133}" destId="{417AB006-7AD2-4BEC-837F-F2FC6D6C86BC}" srcOrd="0" destOrd="0" presId="urn:microsoft.com/office/officeart/2005/8/layout/chevron2"/>
    <dgm:cxn modelId="{4114AE50-28C2-4048-89FD-6DD06FFFD330}" type="presParOf" srcId="{417AB006-7AD2-4BEC-837F-F2FC6D6C86BC}" destId="{C1F2D3D3-2678-46EC-8BCB-98F31BB0C578}" srcOrd="0" destOrd="0" presId="urn:microsoft.com/office/officeart/2005/8/layout/chevron2"/>
    <dgm:cxn modelId="{AF2E479F-553E-462D-9BB4-1A55C824EA6E}" type="presParOf" srcId="{417AB006-7AD2-4BEC-837F-F2FC6D6C86BC}" destId="{30C28D05-ACF7-44F8-910B-07E9F813BADB}"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F875F9A-310E-45D4-9BBD-9BE4439105B1}" type="doc">
      <dgm:prSet loTypeId="urn:microsoft.com/office/officeart/2005/8/layout/chevron2" loCatId="list" qsTypeId="urn:microsoft.com/office/officeart/2005/8/quickstyle/simple1" qsCatId="simple" csTypeId="urn:microsoft.com/office/officeart/2005/8/colors/colorful1" csCatId="colorful" phldr="1"/>
      <dgm:spPr/>
      <dgm:t>
        <a:bodyPr/>
        <a:lstStyle/>
        <a:p>
          <a:endParaRPr lang="en-US"/>
        </a:p>
      </dgm:t>
    </dgm:pt>
    <dgm:pt modelId="{69A13B29-09DC-4518-B5B5-1B3B6A0CB78F}">
      <dgm:prSet phldrT="[Text]" custT="1"/>
      <dgm:spPr/>
      <dgm:t>
        <a:bodyPr/>
        <a:lstStyle/>
        <a:p>
          <a:r>
            <a:rPr lang="en-US" sz="2800" dirty="0">
              <a:latin typeface="Arial Narrow" panose="020B0606020202030204" pitchFamily="34" charset="0"/>
            </a:rPr>
            <a:t>1</a:t>
          </a:r>
        </a:p>
      </dgm:t>
    </dgm:pt>
    <dgm:pt modelId="{6EE3D5BE-BBFA-4EBC-A851-4B0E68A32DF6}" type="parTrans" cxnId="{4081AF79-17AE-417E-ADEC-44E5E409915C}">
      <dgm:prSet/>
      <dgm:spPr/>
      <dgm:t>
        <a:bodyPr/>
        <a:lstStyle/>
        <a:p>
          <a:endParaRPr lang="en-US"/>
        </a:p>
      </dgm:t>
    </dgm:pt>
    <dgm:pt modelId="{374D01B9-4F67-4F99-BB01-5FD07EDE9536}" type="sibTrans" cxnId="{4081AF79-17AE-417E-ADEC-44E5E409915C}">
      <dgm:prSet/>
      <dgm:spPr/>
      <dgm:t>
        <a:bodyPr/>
        <a:lstStyle/>
        <a:p>
          <a:endParaRPr lang="en-US"/>
        </a:p>
      </dgm:t>
    </dgm:pt>
    <dgm:pt modelId="{51C14E0E-1440-4ECD-83E3-A0D8C75F2F8A}">
      <dgm:prSet custT="1"/>
      <dgm:spPr/>
      <dgm:t>
        <a:bodyPr/>
        <a:lstStyle/>
        <a:p>
          <a:r>
            <a:rPr lang="en-US" sz="1800" i="0" dirty="0">
              <a:latin typeface="Arial Narrow" panose="020B0606020202030204" pitchFamily="34" charset="0"/>
            </a:rPr>
            <a:t>Design Objectives</a:t>
          </a:r>
        </a:p>
      </dgm:t>
    </dgm:pt>
    <dgm:pt modelId="{BA8BCBBE-2B8A-4598-B870-16E352F2513A}" type="parTrans" cxnId="{89447999-D243-4A45-8C3D-BE01CCC3E3DD}">
      <dgm:prSet/>
      <dgm:spPr/>
      <dgm:t>
        <a:bodyPr/>
        <a:lstStyle/>
        <a:p>
          <a:endParaRPr lang="en-US"/>
        </a:p>
      </dgm:t>
    </dgm:pt>
    <dgm:pt modelId="{DF6F4B93-71B0-4A17-89C0-E8F6F004D435}" type="sibTrans" cxnId="{89447999-D243-4A45-8C3D-BE01CCC3E3DD}">
      <dgm:prSet/>
      <dgm:spPr/>
      <dgm:t>
        <a:bodyPr/>
        <a:lstStyle/>
        <a:p>
          <a:endParaRPr lang="en-US"/>
        </a:p>
      </dgm:t>
    </dgm:pt>
    <dgm:pt modelId="{4C719255-626C-43CD-81C9-DAF6FA3C65CD}">
      <dgm:prSet custT="1"/>
      <dgm:spPr/>
      <dgm:t>
        <a:bodyPr/>
        <a:lstStyle/>
        <a:p>
          <a:r>
            <a:rPr lang="en-US" sz="1800" i="0" dirty="0" err="1">
              <a:solidFill>
                <a:schemeClr val="accent1"/>
              </a:solidFill>
              <a:latin typeface="Arial Narrow" panose="020B0606020202030204" pitchFamily="34" charset="0"/>
            </a:rPr>
            <a:t>Mục</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tiêu</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thiết</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kế</a:t>
          </a:r>
          <a:endParaRPr lang="en-US" sz="1800" i="0" dirty="0"/>
        </a:p>
      </dgm:t>
    </dgm:pt>
    <dgm:pt modelId="{88F050C7-3BEA-4B1D-A5D1-13125AECE934}" type="parTrans" cxnId="{438C19B3-278B-4D06-A5BF-1BCE45F5435C}">
      <dgm:prSet/>
      <dgm:spPr/>
      <dgm:t>
        <a:bodyPr/>
        <a:lstStyle/>
        <a:p>
          <a:endParaRPr lang="en-US"/>
        </a:p>
      </dgm:t>
    </dgm:pt>
    <dgm:pt modelId="{D7204D8B-84D2-41F0-A2C5-6965EBBEB2EE}" type="sibTrans" cxnId="{438C19B3-278B-4D06-A5BF-1BCE45F5435C}">
      <dgm:prSet/>
      <dgm:spPr/>
      <dgm:t>
        <a:bodyPr/>
        <a:lstStyle/>
        <a:p>
          <a:endParaRPr lang="en-US"/>
        </a:p>
      </dgm:t>
    </dgm:pt>
    <dgm:pt modelId="{9A47BC91-EB04-4D30-87A7-BEE40EC63133}" type="pres">
      <dgm:prSet presAssocID="{8F875F9A-310E-45D4-9BBD-9BE4439105B1}" presName="linearFlow" presStyleCnt="0">
        <dgm:presLayoutVars>
          <dgm:dir/>
          <dgm:animLvl val="lvl"/>
          <dgm:resizeHandles val="exact"/>
        </dgm:presLayoutVars>
      </dgm:prSet>
      <dgm:spPr/>
    </dgm:pt>
    <dgm:pt modelId="{417AB006-7AD2-4BEC-837F-F2FC6D6C86BC}" type="pres">
      <dgm:prSet presAssocID="{69A13B29-09DC-4518-B5B5-1B3B6A0CB78F}" presName="composite" presStyleCnt="0"/>
      <dgm:spPr/>
    </dgm:pt>
    <dgm:pt modelId="{C1F2D3D3-2678-46EC-8BCB-98F31BB0C578}" type="pres">
      <dgm:prSet presAssocID="{69A13B29-09DC-4518-B5B5-1B3B6A0CB78F}" presName="parentText" presStyleLbl="alignNode1" presStyleIdx="0" presStyleCnt="1">
        <dgm:presLayoutVars>
          <dgm:chMax val="1"/>
          <dgm:bulletEnabled val="1"/>
        </dgm:presLayoutVars>
      </dgm:prSet>
      <dgm:spPr/>
    </dgm:pt>
    <dgm:pt modelId="{30C28D05-ACF7-44F8-910B-07E9F813BADB}" type="pres">
      <dgm:prSet presAssocID="{69A13B29-09DC-4518-B5B5-1B3B6A0CB78F}" presName="descendantText" presStyleLbl="alignAcc1" presStyleIdx="0" presStyleCnt="1">
        <dgm:presLayoutVars>
          <dgm:bulletEnabled val="1"/>
        </dgm:presLayoutVars>
      </dgm:prSet>
      <dgm:spPr/>
    </dgm:pt>
  </dgm:ptLst>
  <dgm:cxnLst>
    <dgm:cxn modelId="{E207B336-7F9E-4ECC-B8D3-BB5EADAD6197}" type="presOf" srcId="{8F875F9A-310E-45D4-9BBD-9BE4439105B1}" destId="{9A47BC91-EB04-4D30-87A7-BEE40EC63133}" srcOrd="0" destOrd="0" presId="urn:microsoft.com/office/officeart/2005/8/layout/chevron2"/>
    <dgm:cxn modelId="{15DF113C-6022-45C2-874D-0CF23A7D2509}" type="presOf" srcId="{51C14E0E-1440-4ECD-83E3-A0D8C75F2F8A}" destId="{30C28D05-ACF7-44F8-910B-07E9F813BADB}" srcOrd="0" destOrd="0" presId="urn:microsoft.com/office/officeart/2005/8/layout/chevron2"/>
    <dgm:cxn modelId="{4081AF79-17AE-417E-ADEC-44E5E409915C}" srcId="{8F875F9A-310E-45D4-9BBD-9BE4439105B1}" destId="{69A13B29-09DC-4518-B5B5-1B3B6A0CB78F}" srcOrd="0" destOrd="0" parTransId="{6EE3D5BE-BBFA-4EBC-A851-4B0E68A32DF6}" sibTransId="{374D01B9-4F67-4F99-BB01-5FD07EDE9536}"/>
    <dgm:cxn modelId="{89447999-D243-4A45-8C3D-BE01CCC3E3DD}" srcId="{69A13B29-09DC-4518-B5B5-1B3B6A0CB78F}" destId="{51C14E0E-1440-4ECD-83E3-A0D8C75F2F8A}" srcOrd="0" destOrd="0" parTransId="{BA8BCBBE-2B8A-4598-B870-16E352F2513A}" sibTransId="{DF6F4B93-71B0-4A17-89C0-E8F6F004D435}"/>
    <dgm:cxn modelId="{AE85079E-338D-48E4-8208-B0B6C23BE8DD}" type="presOf" srcId="{69A13B29-09DC-4518-B5B5-1B3B6A0CB78F}" destId="{C1F2D3D3-2678-46EC-8BCB-98F31BB0C578}" srcOrd="0" destOrd="0" presId="urn:microsoft.com/office/officeart/2005/8/layout/chevron2"/>
    <dgm:cxn modelId="{438C19B3-278B-4D06-A5BF-1BCE45F5435C}" srcId="{69A13B29-09DC-4518-B5B5-1B3B6A0CB78F}" destId="{4C719255-626C-43CD-81C9-DAF6FA3C65CD}" srcOrd="1" destOrd="0" parTransId="{88F050C7-3BEA-4B1D-A5D1-13125AECE934}" sibTransId="{D7204D8B-84D2-41F0-A2C5-6965EBBEB2EE}"/>
    <dgm:cxn modelId="{4CB1C8E4-BD15-416C-8EBE-B4AD3D93F765}" type="presOf" srcId="{4C719255-626C-43CD-81C9-DAF6FA3C65CD}" destId="{30C28D05-ACF7-44F8-910B-07E9F813BADB}" srcOrd="0" destOrd="1" presId="urn:microsoft.com/office/officeart/2005/8/layout/chevron2"/>
    <dgm:cxn modelId="{DE699240-5F3C-4ABE-9252-1DAED6D892EA}" type="presParOf" srcId="{9A47BC91-EB04-4D30-87A7-BEE40EC63133}" destId="{417AB006-7AD2-4BEC-837F-F2FC6D6C86BC}" srcOrd="0" destOrd="0" presId="urn:microsoft.com/office/officeart/2005/8/layout/chevron2"/>
    <dgm:cxn modelId="{4114AE50-28C2-4048-89FD-6DD06FFFD330}" type="presParOf" srcId="{417AB006-7AD2-4BEC-837F-F2FC6D6C86BC}" destId="{C1F2D3D3-2678-46EC-8BCB-98F31BB0C578}" srcOrd="0" destOrd="0" presId="urn:microsoft.com/office/officeart/2005/8/layout/chevron2"/>
    <dgm:cxn modelId="{AF2E479F-553E-462D-9BB4-1A55C824EA6E}" type="presParOf" srcId="{417AB006-7AD2-4BEC-837F-F2FC6D6C86BC}" destId="{30C28D05-ACF7-44F8-910B-07E9F813BADB}" srcOrd="1" destOrd="0" presId="urn:microsoft.com/office/officeart/2005/8/layout/chevro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F875F9A-310E-45D4-9BBD-9BE4439105B1}" type="doc">
      <dgm:prSet loTypeId="urn:microsoft.com/office/officeart/2005/8/layout/chevron2" loCatId="list" qsTypeId="urn:microsoft.com/office/officeart/2005/8/quickstyle/simple1" qsCatId="simple" csTypeId="urn:microsoft.com/office/officeart/2005/8/colors/colorful1" csCatId="colorful" phldr="1"/>
      <dgm:spPr/>
      <dgm:t>
        <a:bodyPr/>
        <a:lstStyle/>
        <a:p>
          <a:endParaRPr lang="en-US"/>
        </a:p>
      </dgm:t>
    </dgm:pt>
    <dgm:pt modelId="{69A13B29-09DC-4518-B5B5-1B3B6A0CB78F}">
      <dgm:prSet phldrT="[Text]" custT="1"/>
      <dgm:spPr/>
      <dgm:t>
        <a:bodyPr/>
        <a:lstStyle/>
        <a:p>
          <a:r>
            <a:rPr lang="en-US" sz="2800" dirty="0">
              <a:latin typeface="Arial Narrow" panose="020B0606020202030204" pitchFamily="34" charset="0"/>
            </a:rPr>
            <a:t>1</a:t>
          </a:r>
        </a:p>
      </dgm:t>
    </dgm:pt>
    <dgm:pt modelId="{6EE3D5BE-BBFA-4EBC-A851-4B0E68A32DF6}" type="parTrans" cxnId="{4081AF79-17AE-417E-ADEC-44E5E409915C}">
      <dgm:prSet/>
      <dgm:spPr/>
      <dgm:t>
        <a:bodyPr/>
        <a:lstStyle/>
        <a:p>
          <a:endParaRPr lang="en-US"/>
        </a:p>
      </dgm:t>
    </dgm:pt>
    <dgm:pt modelId="{374D01B9-4F67-4F99-BB01-5FD07EDE9536}" type="sibTrans" cxnId="{4081AF79-17AE-417E-ADEC-44E5E409915C}">
      <dgm:prSet/>
      <dgm:spPr/>
      <dgm:t>
        <a:bodyPr/>
        <a:lstStyle/>
        <a:p>
          <a:endParaRPr lang="en-US"/>
        </a:p>
      </dgm:t>
    </dgm:pt>
    <dgm:pt modelId="{51C14E0E-1440-4ECD-83E3-A0D8C75F2F8A}">
      <dgm:prSet custT="1"/>
      <dgm:spPr/>
      <dgm:t>
        <a:bodyPr/>
        <a:lstStyle/>
        <a:p>
          <a:r>
            <a:rPr lang="en-US" sz="1800" i="0" dirty="0">
              <a:latin typeface="Arial Narrow" panose="020B0606020202030204" pitchFamily="34" charset="0"/>
            </a:rPr>
            <a:t>Design Objectives</a:t>
          </a:r>
        </a:p>
      </dgm:t>
    </dgm:pt>
    <dgm:pt modelId="{BA8BCBBE-2B8A-4598-B870-16E352F2513A}" type="parTrans" cxnId="{89447999-D243-4A45-8C3D-BE01CCC3E3DD}">
      <dgm:prSet/>
      <dgm:spPr/>
      <dgm:t>
        <a:bodyPr/>
        <a:lstStyle/>
        <a:p>
          <a:endParaRPr lang="en-US"/>
        </a:p>
      </dgm:t>
    </dgm:pt>
    <dgm:pt modelId="{DF6F4B93-71B0-4A17-89C0-E8F6F004D435}" type="sibTrans" cxnId="{89447999-D243-4A45-8C3D-BE01CCC3E3DD}">
      <dgm:prSet/>
      <dgm:spPr/>
      <dgm:t>
        <a:bodyPr/>
        <a:lstStyle/>
        <a:p>
          <a:endParaRPr lang="en-US"/>
        </a:p>
      </dgm:t>
    </dgm:pt>
    <dgm:pt modelId="{4C719255-626C-43CD-81C9-DAF6FA3C65CD}">
      <dgm:prSet custT="1"/>
      <dgm:spPr/>
      <dgm:t>
        <a:bodyPr/>
        <a:lstStyle/>
        <a:p>
          <a:r>
            <a:rPr lang="en-US" sz="1800" i="0" dirty="0" err="1">
              <a:solidFill>
                <a:schemeClr val="accent1"/>
              </a:solidFill>
              <a:latin typeface="Arial Narrow" panose="020B0606020202030204" pitchFamily="34" charset="0"/>
            </a:rPr>
            <a:t>Mục</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tiêu</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thiết</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kế</a:t>
          </a:r>
          <a:endParaRPr lang="en-US" sz="1800" i="0" dirty="0"/>
        </a:p>
      </dgm:t>
    </dgm:pt>
    <dgm:pt modelId="{88F050C7-3BEA-4B1D-A5D1-13125AECE934}" type="parTrans" cxnId="{438C19B3-278B-4D06-A5BF-1BCE45F5435C}">
      <dgm:prSet/>
      <dgm:spPr/>
      <dgm:t>
        <a:bodyPr/>
        <a:lstStyle/>
        <a:p>
          <a:endParaRPr lang="en-US"/>
        </a:p>
      </dgm:t>
    </dgm:pt>
    <dgm:pt modelId="{D7204D8B-84D2-41F0-A2C5-6965EBBEB2EE}" type="sibTrans" cxnId="{438C19B3-278B-4D06-A5BF-1BCE45F5435C}">
      <dgm:prSet/>
      <dgm:spPr/>
      <dgm:t>
        <a:bodyPr/>
        <a:lstStyle/>
        <a:p>
          <a:endParaRPr lang="en-US"/>
        </a:p>
      </dgm:t>
    </dgm:pt>
    <dgm:pt modelId="{9A47BC91-EB04-4D30-87A7-BEE40EC63133}" type="pres">
      <dgm:prSet presAssocID="{8F875F9A-310E-45D4-9BBD-9BE4439105B1}" presName="linearFlow" presStyleCnt="0">
        <dgm:presLayoutVars>
          <dgm:dir/>
          <dgm:animLvl val="lvl"/>
          <dgm:resizeHandles val="exact"/>
        </dgm:presLayoutVars>
      </dgm:prSet>
      <dgm:spPr/>
    </dgm:pt>
    <dgm:pt modelId="{417AB006-7AD2-4BEC-837F-F2FC6D6C86BC}" type="pres">
      <dgm:prSet presAssocID="{69A13B29-09DC-4518-B5B5-1B3B6A0CB78F}" presName="composite" presStyleCnt="0"/>
      <dgm:spPr/>
    </dgm:pt>
    <dgm:pt modelId="{C1F2D3D3-2678-46EC-8BCB-98F31BB0C578}" type="pres">
      <dgm:prSet presAssocID="{69A13B29-09DC-4518-B5B5-1B3B6A0CB78F}" presName="parentText" presStyleLbl="alignNode1" presStyleIdx="0" presStyleCnt="1">
        <dgm:presLayoutVars>
          <dgm:chMax val="1"/>
          <dgm:bulletEnabled val="1"/>
        </dgm:presLayoutVars>
      </dgm:prSet>
      <dgm:spPr/>
    </dgm:pt>
    <dgm:pt modelId="{30C28D05-ACF7-44F8-910B-07E9F813BADB}" type="pres">
      <dgm:prSet presAssocID="{69A13B29-09DC-4518-B5B5-1B3B6A0CB78F}" presName="descendantText" presStyleLbl="alignAcc1" presStyleIdx="0" presStyleCnt="1">
        <dgm:presLayoutVars>
          <dgm:bulletEnabled val="1"/>
        </dgm:presLayoutVars>
      </dgm:prSet>
      <dgm:spPr/>
    </dgm:pt>
  </dgm:ptLst>
  <dgm:cxnLst>
    <dgm:cxn modelId="{E207B336-7F9E-4ECC-B8D3-BB5EADAD6197}" type="presOf" srcId="{8F875F9A-310E-45D4-9BBD-9BE4439105B1}" destId="{9A47BC91-EB04-4D30-87A7-BEE40EC63133}" srcOrd="0" destOrd="0" presId="urn:microsoft.com/office/officeart/2005/8/layout/chevron2"/>
    <dgm:cxn modelId="{15DF113C-6022-45C2-874D-0CF23A7D2509}" type="presOf" srcId="{51C14E0E-1440-4ECD-83E3-A0D8C75F2F8A}" destId="{30C28D05-ACF7-44F8-910B-07E9F813BADB}" srcOrd="0" destOrd="0" presId="urn:microsoft.com/office/officeart/2005/8/layout/chevron2"/>
    <dgm:cxn modelId="{4081AF79-17AE-417E-ADEC-44E5E409915C}" srcId="{8F875F9A-310E-45D4-9BBD-9BE4439105B1}" destId="{69A13B29-09DC-4518-B5B5-1B3B6A0CB78F}" srcOrd="0" destOrd="0" parTransId="{6EE3D5BE-BBFA-4EBC-A851-4B0E68A32DF6}" sibTransId="{374D01B9-4F67-4F99-BB01-5FD07EDE9536}"/>
    <dgm:cxn modelId="{89447999-D243-4A45-8C3D-BE01CCC3E3DD}" srcId="{69A13B29-09DC-4518-B5B5-1B3B6A0CB78F}" destId="{51C14E0E-1440-4ECD-83E3-A0D8C75F2F8A}" srcOrd="0" destOrd="0" parTransId="{BA8BCBBE-2B8A-4598-B870-16E352F2513A}" sibTransId="{DF6F4B93-71B0-4A17-89C0-E8F6F004D435}"/>
    <dgm:cxn modelId="{AE85079E-338D-48E4-8208-B0B6C23BE8DD}" type="presOf" srcId="{69A13B29-09DC-4518-B5B5-1B3B6A0CB78F}" destId="{C1F2D3D3-2678-46EC-8BCB-98F31BB0C578}" srcOrd="0" destOrd="0" presId="urn:microsoft.com/office/officeart/2005/8/layout/chevron2"/>
    <dgm:cxn modelId="{438C19B3-278B-4D06-A5BF-1BCE45F5435C}" srcId="{69A13B29-09DC-4518-B5B5-1B3B6A0CB78F}" destId="{4C719255-626C-43CD-81C9-DAF6FA3C65CD}" srcOrd="1" destOrd="0" parTransId="{88F050C7-3BEA-4B1D-A5D1-13125AECE934}" sibTransId="{D7204D8B-84D2-41F0-A2C5-6965EBBEB2EE}"/>
    <dgm:cxn modelId="{4CB1C8E4-BD15-416C-8EBE-B4AD3D93F765}" type="presOf" srcId="{4C719255-626C-43CD-81C9-DAF6FA3C65CD}" destId="{30C28D05-ACF7-44F8-910B-07E9F813BADB}" srcOrd="0" destOrd="1" presId="urn:microsoft.com/office/officeart/2005/8/layout/chevron2"/>
    <dgm:cxn modelId="{DE699240-5F3C-4ABE-9252-1DAED6D892EA}" type="presParOf" srcId="{9A47BC91-EB04-4D30-87A7-BEE40EC63133}" destId="{417AB006-7AD2-4BEC-837F-F2FC6D6C86BC}" srcOrd="0" destOrd="0" presId="urn:microsoft.com/office/officeart/2005/8/layout/chevron2"/>
    <dgm:cxn modelId="{4114AE50-28C2-4048-89FD-6DD06FFFD330}" type="presParOf" srcId="{417AB006-7AD2-4BEC-837F-F2FC6D6C86BC}" destId="{C1F2D3D3-2678-46EC-8BCB-98F31BB0C578}" srcOrd="0" destOrd="0" presId="urn:microsoft.com/office/officeart/2005/8/layout/chevron2"/>
    <dgm:cxn modelId="{AF2E479F-553E-462D-9BB4-1A55C824EA6E}" type="presParOf" srcId="{417AB006-7AD2-4BEC-837F-F2FC6D6C86BC}" destId="{30C28D05-ACF7-44F8-910B-07E9F813BADB}" srcOrd="1" destOrd="0" presId="urn:microsoft.com/office/officeart/2005/8/layout/chevro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F875F9A-310E-45D4-9BBD-9BE4439105B1}" type="doc">
      <dgm:prSet loTypeId="urn:microsoft.com/office/officeart/2005/8/layout/chevron2" loCatId="list" qsTypeId="urn:microsoft.com/office/officeart/2005/8/quickstyle/simple1" qsCatId="simple" csTypeId="urn:microsoft.com/office/officeart/2005/8/colors/colorful1" csCatId="colorful" phldr="1"/>
      <dgm:spPr/>
      <dgm:t>
        <a:bodyPr/>
        <a:lstStyle/>
        <a:p>
          <a:endParaRPr lang="en-US"/>
        </a:p>
      </dgm:t>
    </dgm:pt>
    <dgm:pt modelId="{69A13B29-09DC-4518-B5B5-1B3B6A0CB78F}">
      <dgm:prSet phldrT="[Text]" custT="1"/>
      <dgm:spPr/>
      <dgm:t>
        <a:bodyPr/>
        <a:lstStyle/>
        <a:p>
          <a:r>
            <a:rPr lang="en-US" sz="2800" dirty="0">
              <a:latin typeface="Arial Narrow" panose="020B0606020202030204" pitchFamily="34" charset="0"/>
            </a:rPr>
            <a:t>1</a:t>
          </a:r>
        </a:p>
      </dgm:t>
    </dgm:pt>
    <dgm:pt modelId="{6EE3D5BE-BBFA-4EBC-A851-4B0E68A32DF6}" type="parTrans" cxnId="{4081AF79-17AE-417E-ADEC-44E5E409915C}">
      <dgm:prSet/>
      <dgm:spPr/>
      <dgm:t>
        <a:bodyPr/>
        <a:lstStyle/>
        <a:p>
          <a:endParaRPr lang="en-US"/>
        </a:p>
      </dgm:t>
    </dgm:pt>
    <dgm:pt modelId="{374D01B9-4F67-4F99-BB01-5FD07EDE9536}" type="sibTrans" cxnId="{4081AF79-17AE-417E-ADEC-44E5E409915C}">
      <dgm:prSet/>
      <dgm:spPr/>
      <dgm:t>
        <a:bodyPr/>
        <a:lstStyle/>
        <a:p>
          <a:endParaRPr lang="en-US"/>
        </a:p>
      </dgm:t>
    </dgm:pt>
    <dgm:pt modelId="{51C14E0E-1440-4ECD-83E3-A0D8C75F2F8A}">
      <dgm:prSet custT="1"/>
      <dgm:spPr/>
      <dgm:t>
        <a:bodyPr/>
        <a:lstStyle/>
        <a:p>
          <a:r>
            <a:rPr lang="en-US" sz="1800" i="0" dirty="0">
              <a:latin typeface="Arial Narrow" panose="020B0606020202030204" pitchFamily="34" charset="0"/>
            </a:rPr>
            <a:t>Design Objectives</a:t>
          </a:r>
        </a:p>
      </dgm:t>
    </dgm:pt>
    <dgm:pt modelId="{BA8BCBBE-2B8A-4598-B870-16E352F2513A}" type="parTrans" cxnId="{89447999-D243-4A45-8C3D-BE01CCC3E3DD}">
      <dgm:prSet/>
      <dgm:spPr/>
      <dgm:t>
        <a:bodyPr/>
        <a:lstStyle/>
        <a:p>
          <a:endParaRPr lang="en-US"/>
        </a:p>
      </dgm:t>
    </dgm:pt>
    <dgm:pt modelId="{DF6F4B93-71B0-4A17-89C0-E8F6F004D435}" type="sibTrans" cxnId="{89447999-D243-4A45-8C3D-BE01CCC3E3DD}">
      <dgm:prSet/>
      <dgm:spPr/>
      <dgm:t>
        <a:bodyPr/>
        <a:lstStyle/>
        <a:p>
          <a:endParaRPr lang="en-US"/>
        </a:p>
      </dgm:t>
    </dgm:pt>
    <dgm:pt modelId="{4C719255-626C-43CD-81C9-DAF6FA3C65CD}">
      <dgm:prSet custT="1"/>
      <dgm:spPr/>
      <dgm:t>
        <a:bodyPr/>
        <a:lstStyle/>
        <a:p>
          <a:r>
            <a:rPr lang="en-US" sz="1800" i="0" dirty="0" err="1">
              <a:solidFill>
                <a:schemeClr val="accent1"/>
              </a:solidFill>
              <a:latin typeface="Arial Narrow" panose="020B0606020202030204" pitchFamily="34" charset="0"/>
            </a:rPr>
            <a:t>Mục</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tiêu</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thiết</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kế</a:t>
          </a:r>
          <a:endParaRPr lang="en-US" sz="1800" i="0" dirty="0"/>
        </a:p>
      </dgm:t>
    </dgm:pt>
    <dgm:pt modelId="{88F050C7-3BEA-4B1D-A5D1-13125AECE934}" type="parTrans" cxnId="{438C19B3-278B-4D06-A5BF-1BCE45F5435C}">
      <dgm:prSet/>
      <dgm:spPr/>
      <dgm:t>
        <a:bodyPr/>
        <a:lstStyle/>
        <a:p>
          <a:endParaRPr lang="en-US"/>
        </a:p>
      </dgm:t>
    </dgm:pt>
    <dgm:pt modelId="{D7204D8B-84D2-41F0-A2C5-6965EBBEB2EE}" type="sibTrans" cxnId="{438C19B3-278B-4D06-A5BF-1BCE45F5435C}">
      <dgm:prSet/>
      <dgm:spPr/>
      <dgm:t>
        <a:bodyPr/>
        <a:lstStyle/>
        <a:p>
          <a:endParaRPr lang="en-US"/>
        </a:p>
      </dgm:t>
    </dgm:pt>
    <dgm:pt modelId="{9A47BC91-EB04-4D30-87A7-BEE40EC63133}" type="pres">
      <dgm:prSet presAssocID="{8F875F9A-310E-45D4-9BBD-9BE4439105B1}" presName="linearFlow" presStyleCnt="0">
        <dgm:presLayoutVars>
          <dgm:dir/>
          <dgm:animLvl val="lvl"/>
          <dgm:resizeHandles val="exact"/>
        </dgm:presLayoutVars>
      </dgm:prSet>
      <dgm:spPr/>
    </dgm:pt>
    <dgm:pt modelId="{417AB006-7AD2-4BEC-837F-F2FC6D6C86BC}" type="pres">
      <dgm:prSet presAssocID="{69A13B29-09DC-4518-B5B5-1B3B6A0CB78F}" presName="composite" presStyleCnt="0"/>
      <dgm:spPr/>
    </dgm:pt>
    <dgm:pt modelId="{C1F2D3D3-2678-46EC-8BCB-98F31BB0C578}" type="pres">
      <dgm:prSet presAssocID="{69A13B29-09DC-4518-B5B5-1B3B6A0CB78F}" presName="parentText" presStyleLbl="alignNode1" presStyleIdx="0" presStyleCnt="1">
        <dgm:presLayoutVars>
          <dgm:chMax val="1"/>
          <dgm:bulletEnabled val="1"/>
        </dgm:presLayoutVars>
      </dgm:prSet>
      <dgm:spPr/>
    </dgm:pt>
    <dgm:pt modelId="{30C28D05-ACF7-44F8-910B-07E9F813BADB}" type="pres">
      <dgm:prSet presAssocID="{69A13B29-09DC-4518-B5B5-1B3B6A0CB78F}" presName="descendantText" presStyleLbl="alignAcc1" presStyleIdx="0" presStyleCnt="1">
        <dgm:presLayoutVars>
          <dgm:bulletEnabled val="1"/>
        </dgm:presLayoutVars>
      </dgm:prSet>
      <dgm:spPr/>
    </dgm:pt>
  </dgm:ptLst>
  <dgm:cxnLst>
    <dgm:cxn modelId="{E207B336-7F9E-4ECC-B8D3-BB5EADAD6197}" type="presOf" srcId="{8F875F9A-310E-45D4-9BBD-9BE4439105B1}" destId="{9A47BC91-EB04-4D30-87A7-BEE40EC63133}" srcOrd="0" destOrd="0" presId="urn:microsoft.com/office/officeart/2005/8/layout/chevron2"/>
    <dgm:cxn modelId="{15DF113C-6022-45C2-874D-0CF23A7D2509}" type="presOf" srcId="{51C14E0E-1440-4ECD-83E3-A0D8C75F2F8A}" destId="{30C28D05-ACF7-44F8-910B-07E9F813BADB}" srcOrd="0" destOrd="0" presId="urn:microsoft.com/office/officeart/2005/8/layout/chevron2"/>
    <dgm:cxn modelId="{4081AF79-17AE-417E-ADEC-44E5E409915C}" srcId="{8F875F9A-310E-45D4-9BBD-9BE4439105B1}" destId="{69A13B29-09DC-4518-B5B5-1B3B6A0CB78F}" srcOrd="0" destOrd="0" parTransId="{6EE3D5BE-BBFA-4EBC-A851-4B0E68A32DF6}" sibTransId="{374D01B9-4F67-4F99-BB01-5FD07EDE9536}"/>
    <dgm:cxn modelId="{89447999-D243-4A45-8C3D-BE01CCC3E3DD}" srcId="{69A13B29-09DC-4518-B5B5-1B3B6A0CB78F}" destId="{51C14E0E-1440-4ECD-83E3-A0D8C75F2F8A}" srcOrd="0" destOrd="0" parTransId="{BA8BCBBE-2B8A-4598-B870-16E352F2513A}" sibTransId="{DF6F4B93-71B0-4A17-89C0-E8F6F004D435}"/>
    <dgm:cxn modelId="{AE85079E-338D-48E4-8208-B0B6C23BE8DD}" type="presOf" srcId="{69A13B29-09DC-4518-B5B5-1B3B6A0CB78F}" destId="{C1F2D3D3-2678-46EC-8BCB-98F31BB0C578}" srcOrd="0" destOrd="0" presId="urn:microsoft.com/office/officeart/2005/8/layout/chevron2"/>
    <dgm:cxn modelId="{438C19B3-278B-4D06-A5BF-1BCE45F5435C}" srcId="{69A13B29-09DC-4518-B5B5-1B3B6A0CB78F}" destId="{4C719255-626C-43CD-81C9-DAF6FA3C65CD}" srcOrd="1" destOrd="0" parTransId="{88F050C7-3BEA-4B1D-A5D1-13125AECE934}" sibTransId="{D7204D8B-84D2-41F0-A2C5-6965EBBEB2EE}"/>
    <dgm:cxn modelId="{4CB1C8E4-BD15-416C-8EBE-B4AD3D93F765}" type="presOf" srcId="{4C719255-626C-43CD-81C9-DAF6FA3C65CD}" destId="{30C28D05-ACF7-44F8-910B-07E9F813BADB}" srcOrd="0" destOrd="1" presId="urn:microsoft.com/office/officeart/2005/8/layout/chevron2"/>
    <dgm:cxn modelId="{DE699240-5F3C-4ABE-9252-1DAED6D892EA}" type="presParOf" srcId="{9A47BC91-EB04-4D30-87A7-BEE40EC63133}" destId="{417AB006-7AD2-4BEC-837F-F2FC6D6C86BC}" srcOrd="0" destOrd="0" presId="urn:microsoft.com/office/officeart/2005/8/layout/chevron2"/>
    <dgm:cxn modelId="{4114AE50-28C2-4048-89FD-6DD06FFFD330}" type="presParOf" srcId="{417AB006-7AD2-4BEC-837F-F2FC6D6C86BC}" destId="{C1F2D3D3-2678-46EC-8BCB-98F31BB0C578}" srcOrd="0" destOrd="0" presId="urn:microsoft.com/office/officeart/2005/8/layout/chevron2"/>
    <dgm:cxn modelId="{AF2E479F-553E-462D-9BB4-1A55C824EA6E}" type="presParOf" srcId="{417AB006-7AD2-4BEC-837F-F2FC6D6C86BC}" destId="{30C28D05-ACF7-44F8-910B-07E9F813BADB}" srcOrd="1" destOrd="0" presId="urn:microsoft.com/office/officeart/2005/8/layout/chevro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F875F9A-310E-45D4-9BBD-9BE4439105B1}" type="doc">
      <dgm:prSet loTypeId="urn:microsoft.com/office/officeart/2005/8/layout/chevron2" loCatId="list" qsTypeId="urn:microsoft.com/office/officeart/2005/8/quickstyle/simple1" qsCatId="simple" csTypeId="urn:microsoft.com/office/officeart/2005/8/colors/colorful1" csCatId="colorful" phldr="1"/>
      <dgm:spPr/>
      <dgm:t>
        <a:bodyPr/>
        <a:lstStyle/>
        <a:p>
          <a:endParaRPr lang="en-US"/>
        </a:p>
      </dgm:t>
    </dgm:pt>
    <dgm:pt modelId="{69A13B29-09DC-4518-B5B5-1B3B6A0CB78F}">
      <dgm:prSet phldrT="[Text]" custT="1"/>
      <dgm:spPr/>
      <dgm:t>
        <a:bodyPr/>
        <a:lstStyle/>
        <a:p>
          <a:r>
            <a:rPr lang="en-US" sz="2800" dirty="0">
              <a:latin typeface="Arial Narrow" panose="020B0606020202030204" pitchFamily="34" charset="0"/>
            </a:rPr>
            <a:t>1</a:t>
          </a:r>
        </a:p>
      </dgm:t>
    </dgm:pt>
    <dgm:pt modelId="{6EE3D5BE-BBFA-4EBC-A851-4B0E68A32DF6}" type="parTrans" cxnId="{4081AF79-17AE-417E-ADEC-44E5E409915C}">
      <dgm:prSet/>
      <dgm:spPr/>
      <dgm:t>
        <a:bodyPr/>
        <a:lstStyle/>
        <a:p>
          <a:endParaRPr lang="en-US"/>
        </a:p>
      </dgm:t>
    </dgm:pt>
    <dgm:pt modelId="{374D01B9-4F67-4F99-BB01-5FD07EDE9536}" type="sibTrans" cxnId="{4081AF79-17AE-417E-ADEC-44E5E409915C}">
      <dgm:prSet/>
      <dgm:spPr/>
      <dgm:t>
        <a:bodyPr/>
        <a:lstStyle/>
        <a:p>
          <a:endParaRPr lang="en-US"/>
        </a:p>
      </dgm:t>
    </dgm:pt>
    <dgm:pt modelId="{51C14E0E-1440-4ECD-83E3-A0D8C75F2F8A}">
      <dgm:prSet custT="1"/>
      <dgm:spPr/>
      <dgm:t>
        <a:bodyPr/>
        <a:lstStyle/>
        <a:p>
          <a:r>
            <a:rPr lang="en-US" sz="1800" i="0" dirty="0">
              <a:latin typeface="Arial Narrow" panose="020B0606020202030204" pitchFamily="34" charset="0"/>
            </a:rPr>
            <a:t>Design Objectives</a:t>
          </a:r>
        </a:p>
      </dgm:t>
    </dgm:pt>
    <dgm:pt modelId="{BA8BCBBE-2B8A-4598-B870-16E352F2513A}" type="parTrans" cxnId="{89447999-D243-4A45-8C3D-BE01CCC3E3DD}">
      <dgm:prSet/>
      <dgm:spPr/>
      <dgm:t>
        <a:bodyPr/>
        <a:lstStyle/>
        <a:p>
          <a:endParaRPr lang="en-US"/>
        </a:p>
      </dgm:t>
    </dgm:pt>
    <dgm:pt modelId="{DF6F4B93-71B0-4A17-89C0-E8F6F004D435}" type="sibTrans" cxnId="{89447999-D243-4A45-8C3D-BE01CCC3E3DD}">
      <dgm:prSet/>
      <dgm:spPr/>
      <dgm:t>
        <a:bodyPr/>
        <a:lstStyle/>
        <a:p>
          <a:endParaRPr lang="en-US"/>
        </a:p>
      </dgm:t>
    </dgm:pt>
    <dgm:pt modelId="{4C719255-626C-43CD-81C9-DAF6FA3C65CD}">
      <dgm:prSet custT="1"/>
      <dgm:spPr/>
      <dgm:t>
        <a:bodyPr/>
        <a:lstStyle/>
        <a:p>
          <a:r>
            <a:rPr lang="en-US" sz="1800" i="0" dirty="0" err="1">
              <a:solidFill>
                <a:schemeClr val="accent1"/>
              </a:solidFill>
              <a:latin typeface="Arial Narrow" panose="020B0606020202030204" pitchFamily="34" charset="0"/>
            </a:rPr>
            <a:t>Mục</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tiêu</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thiết</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kế</a:t>
          </a:r>
          <a:endParaRPr lang="en-US" sz="1800" i="0" dirty="0"/>
        </a:p>
      </dgm:t>
    </dgm:pt>
    <dgm:pt modelId="{88F050C7-3BEA-4B1D-A5D1-13125AECE934}" type="parTrans" cxnId="{438C19B3-278B-4D06-A5BF-1BCE45F5435C}">
      <dgm:prSet/>
      <dgm:spPr/>
      <dgm:t>
        <a:bodyPr/>
        <a:lstStyle/>
        <a:p>
          <a:endParaRPr lang="en-US"/>
        </a:p>
      </dgm:t>
    </dgm:pt>
    <dgm:pt modelId="{D7204D8B-84D2-41F0-A2C5-6965EBBEB2EE}" type="sibTrans" cxnId="{438C19B3-278B-4D06-A5BF-1BCE45F5435C}">
      <dgm:prSet/>
      <dgm:spPr/>
      <dgm:t>
        <a:bodyPr/>
        <a:lstStyle/>
        <a:p>
          <a:endParaRPr lang="en-US"/>
        </a:p>
      </dgm:t>
    </dgm:pt>
    <dgm:pt modelId="{9A47BC91-EB04-4D30-87A7-BEE40EC63133}" type="pres">
      <dgm:prSet presAssocID="{8F875F9A-310E-45D4-9BBD-9BE4439105B1}" presName="linearFlow" presStyleCnt="0">
        <dgm:presLayoutVars>
          <dgm:dir/>
          <dgm:animLvl val="lvl"/>
          <dgm:resizeHandles val="exact"/>
        </dgm:presLayoutVars>
      </dgm:prSet>
      <dgm:spPr/>
    </dgm:pt>
    <dgm:pt modelId="{417AB006-7AD2-4BEC-837F-F2FC6D6C86BC}" type="pres">
      <dgm:prSet presAssocID="{69A13B29-09DC-4518-B5B5-1B3B6A0CB78F}" presName="composite" presStyleCnt="0"/>
      <dgm:spPr/>
    </dgm:pt>
    <dgm:pt modelId="{C1F2D3D3-2678-46EC-8BCB-98F31BB0C578}" type="pres">
      <dgm:prSet presAssocID="{69A13B29-09DC-4518-B5B5-1B3B6A0CB78F}" presName="parentText" presStyleLbl="alignNode1" presStyleIdx="0" presStyleCnt="1">
        <dgm:presLayoutVars>
          <dgm:chMax val="1"/>
          <dgm:bulletEnabled val="1"/>
        </dgm:presLayoutVars>
      </dgm:prSet>
      <dgm:spPr/>
    </dgm:pt>
    <dgm:pt modelId="{30C28D05-ACF7-44F8-910B-07E9F813BADB}" type="pres">
      <dgm:prSet presAssocID="{69A13B29-09DC-4518-B5B5-1B3B6A0CB78F}" presName="descendantText" presStyleLbl="alignAcc1" presStyleIdx="0" presStyleCnt="1">
        <dgm:presLayoutVars>
          <dgm:bulletEnabled val="1"/>
        </dgm:presLayoutVars>
      </dgm:prSet>
      <dgm:spPr/>
    </dgm:pt>
  </dgm:ptLst>
  <dgm:cxnLst>
    <dgm:cxn modelId="{E207B336-7F9E-4ECC-B8D3-BB5EADAD6197}" type="presOf" srcId="{8F875F9A-310E-45D4-9BBD-9BE4439105B1}" destId="{9A47BC91-EB04-4D30-87A7-BEE40EC63133}" srcOrd="0" destOrd="0" presId="urn:microsoft.com/office/officeart/2005/8/layout/chevron2"/>
    <dgm:cxn modelId="{15DF113C-6022-45C2-874D-0CF23A7D2509}" type="presOf" srcId="{51C14E0E-1440-4ECD-83E3-A0D8C75F2F8A}" destId="{30C28D05-ACF7-44F8-910B-07E9F813BADB}" srcOrd="0" destOrd="0" presId="urn:microsoft.com/office/officeart/2005/8/layout/chevron2"/>
    <dgm:cxn modelId="{4081AF79-17AE-417E-ADEC-44E5E409915C}" srcId="{8F875F9A-310E-45D4-9BBD-9BE4439105B1}" destId="{69A13B29-09DC-4518-B5B5-1B3B6A0CB78F}" srcOrd="0" destOrd="0" parTransId="{6EE3D5BE-BBFA-4EBC-A851-4B0E68A32DF6}" sibTransId="{374D01B9-4F67-4F99-BB01-5FD07EDE9536}"/>
    <dgm:cxn modelId="{89447999-D243-4A45-8C3D-BE01CCC3E3DD}" srcId="{69A13B29-09DC-4518-B5B5-1B3B6A0CB78F}" destId="{51C14E0E-1440-4ECD-83E3-A0D8C75F2F8A}" srcOrd="0" destOrd="0" parTransId="{BA8BCBBE-2B8A-4598-B870-16E352F2513A}" sibTransId="{DF6F4B93-71B0-4A17-89C0-E8F6F004D435}"/>
    <dgm:cxn modelId="{AE85079E-338D-48E4-8208-B0B6C23BE8DD}" type="presOf" srcId="{69A13B29-09DC-4518-B5B5-1B3B6A0CB78F}" destId="{C1F2D3D3-2678-46EC-8BCB-98F31BB0C578}" srcOrd="0" destOrd="0" presId="urn:microsoft.com/office/officeart/2005/8/layout/chevron2"/>
    <dgm:cxn modelId="{438C19B3-278B-4D06-A5BF-1BCE45F5435C}" srcId="{69A13B29-09DC-4518-B5B5-1B3B6A0CB78F}" destId="{4C719255-626C-43CD-81C9-DAF6FA3C65CD}" srcOrd="1" destOrd="0" parTransId="{88F050C7-3BEA-4B1D-A5D1-13125AECE934}" sibTransId="{D7204D8B-84D2-41F0-A2C5-6965EBBEB2EE}"/>
    <dgm:cxn modelId="{4CB1C8E4-BD15-416C-8EBE-B4AD3D93F765}" type="presOf" srcId="{4C719255-626C-43CD-81C9-DAF6FA3C65CD}" destId="{30C28D05-ACF7-44F8-910B-07E9F813BADB}" srcOrd="0" destOrd="1" presId="urn:microsoft.com/office/officeart/2005/8/layout/chevron2"/>
    <dgm:cxn modelId="{DE699240-5F3C-4ABE-9252-1DAED6D892EA}" type="presParOf" srcId="{9A47BC91-EB04-4D30-87A7-BEE40EC63133}" destId="{417AB006-7AD2-4BEC-837F-F2FC6D6C86BC}" srcOrd="0" destOrd="0" presId="urn:microsoft.com/office/officeart/2005/8/layout/chevron2"/>
    <dgm:cxn modelId="{4114AE50-28C2-4048-89FD-6DD06FFFD330}" type="presParOf" srcId="{417AB006-7AD2-4BEC-837F-F2FC6D6C86BC}" destId="{C1F2D3D3-2678-46EC-8BCB-98F31BB0C578}" srcOrd="0" destOrd="0" presId="urn:microsoft.com/office/officeart/2005/8/layout/chevron2"/>
    <dgm:cxn modelId="{AF2E479F-553E-462D-9BB4-1A55C824EA6E}" type="presParOf" srcId="{417AB006-7AD2-4BEC-837F-F2FC6D6C86BC}" destId="{30C28D05-ACF7-44F8-910B-07E9F813BADB}" srcOrd="1" destOrd="0" presId="urn:microsoft.com/office/officeart/2005/8/layout/chevro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8F875F9A-310E-45D4-9BBD-9BE4439105B1}" type="doc">
      <dgm:prSet loTypeId="urn:microsoft.com/office/officeart/2005/8/layout/chevron2" loCatId="list" qsTypeId="urn:microsoft.com/office/officeart/2005/8/quickstyle/simple1" qsCatId="simple" csTypeId="urn:microsoft.com/office/officeart/2005/8/colors/colorful1" csCatId="colorful" phldr="1"/>
      <dgm:spPr/>
      <dgm:t>
        <a:bodyPr/>
        <a:lstStyle/>
        <a:p>
          <a:endParaRPr lang="en-US"/>
        </a:p>
      </dgm:t>
    </dgm:pt>
    <dgm:pt modelId="{69A13B29-09DC-4518-B5B5-1B3B6A0CB78F}">
      <dgm:prSet phldrT="[Text]" custT="1"/>
      <dgm:spPr/>
      <dgm:t>
        <a:bodyPr/>
        <a:lstStyle/>
        <a:p>
          <a:r>
            <a:rPr lang="en-US" sz="2800" dirty="0">
              <a:latin typeface="Arial Narrow" panose="020B0606020202030204" pitchFamily="34" charset="0"/>
            </a:rPr>
            <a:t>1</a:t>
          </a:r>
        </a:p>
      </dgm:t>
    </dgm:pt>
    <dgm:pt modelId="{6EE3D5BE-BBFA-4EBC-A851-4B0E68A32DF6}" type="parTrans" cxnId="{4081AF79-17AE-417E-ADEC-44E5E409915C}">
      <dgm:prSet/>
      <dgm:spPr/>
      <dgm:t>
        <a:bodyPr/>
        <a:lstStyle/>
        <a:p>
          <a:endParaRPr lang="en-US"/>
        </a:p>
      </dgm:t>
    </dgm:pt>
    <dgm:pt modelId="{374D01B9-4F67-4F99-BB01-5FD07EDE9536}" type="sibTrans" cxnId="{4081AF79-17AE-417E-ADEC-44E5E409915C}">
      <dgm:prSet/>
      <dgm:spPr/>
      <dgm:t>
        <a:bodyPr/>
        <a:lstStyle/>
        <a:p>
          <a:endParaRPr lang="en-US"/>
        </a:p>
      </dgm:t>
    </dgm:pt>
    <dgm:pt modelId="{51C14E0E-1440-4ECD-83E3-A0D8C75F2F8A}">
      <dgm:prSet custT="1"/>
      <dgm:spPr/>
      <dgm:t>
        <a:bodyPr/>
        <a:lstStyle/>
        <a:p>
          <a:r>
            <a:rPr lang="en-US" sz="1800" i="0" dirty="0">
              <a:latin typeface="Arial Narrow" panose="020B0606020202030204" pitchFamily="34" charset="0"/>
            </a:rPr>
            <a:t>Design Objectives</a:t>
          </a:r>
        </a:p>
      </dgm:t>
    </dgm:pt>
    <dgm:pt modelId="{BA8BCBBE-2B8A-4598-B870-16E352F2513A}" type="parTrans" cxnId="{89447999-D243-4A45-8C3D-BE01CCC3E3DD}">
      <dgm:prSet/>
      <dgm:spPr/>
      <dgm:t>
        <a:bodyPr/>
        <a:lstStyle/>
        <a:p>
          <a:endParaRPr lang="en-US"/>
        </a:p>
      </dgm:t>
    </dgm:pt>
    <dgm:pt modelId="{DF6F4B93-71B0-4A17-89C0-E8F6F004D435}" type="sibTrans" cxnId="{89447999-D243-4A45-8C3D-BE01CCC3E3DD}">
      <dgm:prSet/>
      <dgm:spPr/>
      <dgm:t>
        <a:bodyPr/>
        <a:lstStyle/>
        <a:p>
          <a:endParaRPr lang="en-US"/>
        </a:p>
      </dgm:t>
    </dgm:pt>
    <dgm:pt modelId="{4C719255-626C-43CD-81C9-DAF6FA3C65CD}">
      <dgm:prSet custT="1"/>
      <dgm:spPr/>
      <dgm:t>
        <a:bodyPr/>
        <a:lstStyle/>
        <a:p>
          <a:r>
            <a:rPr lang="en-US" sz="1800" i="0" dirty="0" err="1">
              <a:solidFill>
                <a:schemeClr val="accent1"/>
              </a:solidFill>
              <a:latin typeface="Arial Narrow" panose="020B0606020202030204" pitchFamily="34" charset="0"/>
            </a:rPr>
            <a:t>Mục</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tiêu</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thiết</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kế</a:t>
          </a:r>
          <a:endParaRPr lang="en-US" sz="1800" i="0" dirty="0"/>
        </a:p>
      </dgm:t>
    </dgm:pt>
    <dgm:pt modelId="{88F050C7-3BEA-4B1D-A5D1-13125AECE934}" type="parTrans" cxnId="{438C19B3-278B-4D06-A5BF-1BCE45F5435C}">
      <dgm:prSet/>
      <dgm:spPr/>
      <dgm:t>
        <a:bodyPr/>
        <a:lstStyle/>
        <a:p>
          <a:endParaRPr lang="en-US"/>
        </a:p>
      </dgm:t>
    </dgm:pt>
    <dgm:pt modelId="{D7204D8B-84D2-41F0-A2C5-6965EBBEB2EE}" type="sibTrans" cxnId="{438C19B3-278B-4D06-A5BF-1BCE45F5435C}">
      <dgm:prSet/>
      <dgm:spPr/>
      <dgm:t>
        <a:bodyPr/>
        <a:lstStyle/>
        <a:p>
          <a:endParaRPr lang="en-US"/>
        </a:p>
      </dgm:t>
    </dgm:pt>
    <dgm:pt modelId="{9A47BC91-EB04-4D30-87A7-BEE40EC63133}" type="pres">
      <dgm:prSet presAssocID="{8F875F9A-310E-45D4-9BBD-9BE4439105B1}" presName="linearFlow" presStyleCnt="0">
        <dgm:presLayoutVars>
          <dgm:dir/>
          <dgm:animLvl val="lvl"/>
          <dgm:resizeHandles val="exact"/>
        </dgm:presLayoutVars>
      </dgm:prSet>
      <dgm:spPr/>
    </dgm:pt>
    <dgm:pt modelId="{417AB006-7AD2-4BEC-837F-F2FC6D6C86BC}" type="pres">
      <dgm:prSet presAssocID="{69A13B29-09DC-4518-B5B5-1B3B6A0CB78F}" presName="composite" presStyleCnt="0"/>
      <dgm:spPr/>
    </dgm:pt>
    <dgm:pt modelId="{C1F2D3D3-2678-46EC-8BCB-98F31BB0C578}" type="pres">
      <dgm:prSet presAssocID="{69A13B29-09DC-4518-B5B5-1B3B6A0CB78F}" presName="parentText" presStyleLbl="alignNode1" presStyleIdx="0" presStyleCnt="1">
        <dgm:presLayoutVars>
          <dgm:chMax val="1"/>
          <dgm:bulletEnabled val="1"/>
        </dgm:presLayoutVars>
      </dgm:prSet>
      <dgm:spPr/>
    </dgm:pt>
    <dgm:pt modelId="{30C28D05-ACF7-44F8-910B-07E9F813BADB}" type="pres">
      <dgm:prSet presAssocID="{69A13B29-09DC-4518-B5B5-1B3B6A0CB78F}" presName="descendantText" presStyleLbl="alignAcc1" presStyleIdx="0" presStyleCnt="1">
        <dgm:presLayoutVars>
          <dgm:bulletEnabled val="1"/>
        </dgm:presLayoutVars>
      </dgm:prSet>
      <dgm:spPr/>
    </dgm:pt>
  </dgm:ptLst>
  <dgm:cxnLst>
    <dgm:cxn modelId="{E207B336-7F9E-4ECC-B8D3-BB5EADAD6197}" type="presOf" srcId="{8F875F9A-310E-45D4-9BBD-9BE4439105B1}" destId="{9A47BC91-EB04-4D30-87A7-BEE40EC63133}" srcOrd="0" destOrd="0" presId="urn:microsoft.com/office/officeart/2005/8/layout/chevron2"/>
    <dgm:cxn modelId="{15DF113C-6022-45C2-874D-0CF23A7D2509}" type="presOf" srcId="{51C14E0E-1440-4ECD-83E3-A0D8C75F2F8A}" destId="{30C28D05-ACF7-44F8-910B-07E9F813BADB}" srcOrd="0" destOrd="0" presId="urn:microsoft.com/office/officeart/2005/8/layout/chevron2"/>
    <dgm:cxn modelId="{4081AF79-17AE-417E-ADEC-44E5E409915C}" srcId="{8F875F9A-310E-45D4-9BBD-9BE4439105B1}" destId="{69A13B29-09DC-4518-B5B5-1B3B6A0CB78F}" srcOrd="0" destOrd="0" parTransId="{6EE3D5BE-BBFA-4EBC-A851-4B0E68A32DF6}" sibTransId="{374D01B9-4F67-4F99-BB01-5FD07EDE9536}"/>
    <dgm:cxn modelId="{89447999-D243-4A45-8C3D-BE01CCC3E3DD}" srcId="{69A13B29-09DC-4518-B5B5-1B3B6A0CB78F}" destId="{51C14E0E-1440-4ECD-83E3-A0D8C75F2F8A}" srcOrd="0" destOrd="0" parTransId="{BA8BCBBE-2B8A-4598-B870-16E352F2513A}" sibTransId="{DF6F4B93-71B0-4A17-89C0-E8F6F004D435}"/>
    <dgm:cxn modelId="{AE85079E-338D-48E4-8208-B0B6C23BE8DD}" type="presOf" srcId="{69A13B29-09DC-4518-B5B5-1B3B6A0CB78F}" destId="{C1F2D3D3-2678-46EC-8BCB-98F31BB0C578}" srcOrd="0" destOrd="0" presId="urn:microsoft.com/office/officeart/2005/8/layout/chevron2"/>
    <dgm:cxn modelId="{438C19B3-278B-4D06-A5BF-1BCE45F5435C}" srcId="{69A13B29-09DC-4518-B5B5-1B3B6A0CB78F}" destId="{4C719255-626C-43CD-81C9-DAF6FA3C65CD}" srcOrd="1" destOrd="0" parTransId="{88F050C7-3BEA-4B1D-A5D1-13125AECE934}" sibTransId="{D7204D8B-84D2-41F0-A2C5-6965EBBEB2EE}"/>
    <dgm:cxn modelId="{4CB1C8E4-BD15-416C-8EBE-B4AD3D93F765}" type="presOf" srcId="{4C719255-626C-43CD-81C9-DAF6FA3C65CD}" destId="{30C28D05-ACF7-44F8-910B-07E9F813BADB}" srcOrd="0" destOrd="1" presId="urn:microsoft.com/office/officeart/2005/8/layout/chevron2"/>
    <dgm:cxn modelId="{DE699240-5F3C-4ABE-9252-1DAED6D892EA}" type="presParOf" srcId="{9A47BC91-EB04-4D30-87A7-BEE40EC63133}" destId="{417AB006-7AD2-4BEC-837F-F2FC6D6C86BC}" srcOrd="0" destOrd="0" presId="urn:microsoft.com/office/officeart/2005/8/layout/chevron2"/>
    <dgm:cxn modelId="{4114AE50-28C2-4048-89FD-6DD06FFFD330}" type="presParOf" srcId="{417AB006-7AD2-4BEC-837F-F2FC6D6C86BC}" destId="{C1F2D3D3-2678-46EC-8BCB-98F31BB0C578}" srcOrd="0" destOrd="0" presId="urn:microsoft.com/office/officeart/2005/8/layout/chevron2"/>
    <dgm:cxn modelId="{AF2E479F-553E-462D-9BB4-1A55C824EA6E}" type="presParOf" srcId="{417AB006-7AD2-4BEC-837F-F2FC6D6C86BC}" destId="{30C28D05-ACF7-44F8-910B-07E9F813BADB}" srcOrd="1" destOrd="0" presId="urn:microsoft.com/office/officeart/2005/8/layout/chevro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8F875F9A-310E-45D4-9BBD-9BE4439105B1}" type="doc">
      <dgm:prSet loTypeId="urn:microsoft.com/office/officeart/2005/8/layout/chevron2" loCatId="list" qsTypeId="urn:microsoft.com/office/officeart/2005/8/quickstyle/simple1" qsCatId="simple" csTypeId="urn:microsoft.com/office/officeart/2005/8/colors/colorful1" csCatId="colorful" phldr="1"/>
      <dgm:spPr/>
      <dgm:t>
        <a:bodyPr/>
        <a:lstStyle/>
        <a:p>
          <a:endParaRPr lang="en-US"/>
        </a:p>
      </dgm:t>
    </dgm:pt>
    <dgm:pt modelId="{69A13B29-09DC-4518-B5B5-1B3B6A0CB78F}">
      <dgm:prSet phldrT="[Text]" custT="1"/>
      <dgm:spPr/>
      <dgm:t>
        <a:bodyPr/>
        <a:lstStyle/>
        <a:p>
          <a:r>
            <a:rPr lang="en-US" sz="2800" dirty="0">
              <a:latin typeface="Arial Narrow" panose="020B0606020202030204" pitchFamily="34" charset="0"/>
            </a:rPr>
            <a:t>1</a:t>
          </a:r>
        </a:p>
      </dgm:t>
    </dgm:pt>
    <dgm:pt modelId="{6EE3D5BE-BBFA-4EBC-A851-4B0E68A32DF6}" type="parTrans" cxnId="{4081AF79-17AE-417E-ADEC-44E5E409915C}">
      <dgm:prSet/>
      <dgm:spPr/>
      <dgm:t>
        <a:bodyPr/>
        <a:lstStyle/>
        <a:p>
          <a:endParaRPr lang="en-US"/>
        </a:p>
      </dgm:t>
    </dgm:pt>
    <dgm:pt modelId="{374D01B9-4F67-4F99-BB01-5FD07EDE9536}" type="sibTrans" cxnId="{4081AF79-17AE-417E-ADEC-44E5E409915C}">
      <dgm:prSet/>
      <dgm:spPr/>
      <dgm:t>
        <a:bodyPr/>
        <a:lstStyle/>
        <a:p>
          <a:endParaRPr lang="en-US"/>
        </a:p>
      </dgm:t>
    </dgm:pt>
    <dgm:pt modelId="{51C14E0E-1440-4ECD-83E3-A0D8C75F2F8A}">
      <dgm:prSet custT="1"/>
      <dgm:spPr/>
      <dgm:t>
        <a:bodyPr/>
        <a:lstStyle/>
        <a:p>
          <a:r>
            <a:rPr lang="en-US" sz="1800" i="0" dirty="0">
              <a:latin typeface="Arial Narrow" panose="020B0606020202030204" pitchFamily="34" charset="0"/>
            </a:rPr>
            <a:t>Design Objectives</a:t>
          </a:r>
        </a:p>
      </dgm:t>
    </dgm:pt>
    <dgm:pt modelId="{BA8BCBBE-2B8A-4598-B870-16E352F2513A}" type="parTrans" cxnId="{89447999-D243-4A45-8C3D-BE01CCC3E3DD}">
      <dgm:prSet/>
      <dgm:spPr/>
      <dgm:t>
        <a:bodyPr/>
        <a:lstStyle/>
        <a:p>
          <a:endParaRPr lang="en-US"/>
        </a:p>
      </dgm:t>
    </dgm:pt>
    <dgm:pt modelId="{DF6F4B93-71B0-4A17-89C0-E8F6F004D435}" type="sibTrans" cxnId="{89447999-D243-4A45-8C3D-BE01CCC3E3DD}">
      <dgm:prSet/>
      <dgm:spPr/>
      <dgm:t>
        <a:bodyPr/>
        <a:lstStyle/>
        <a:p>
          <a:endParaRPr lang="en-US"/>
        </a:p>
      </dgm:t>
    </dgm:pt>
    <dgm:pt modelId="{4C719255-626C-43CD-81C9-DAF6FA3C65CD}">
      <dgm:prSet custT="1"/>
      <dgm:spPr/>
      <dgm:t>
        <a:bodyPr/>
        <a:lstStyle/>
        <a:p>
          <a:r>
            <a:rPr lang="en-US" sz="1800" i="0" dirty="0" err="1">
              <a:solidFill>
                <a:schemeClr val="accent1"/>
              </a:solidFill>
              <a:latin typeface="Arial Narrow" panose="020B0606020202030204" pitchFamily="34" charset="0"/>
            </a:rPr>
            <a:t>Mục</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tiêu</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thiết</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kế</a:t>
          </a:r>
          <a:endParaRPr lang="en-US" sz="1800" i="0" dirty="0"/>
        </a:p>
      </dgm:t>
    </dgm:pt>
    <dgm:pt modelId="{88F050C7-3BEA-4B1D-A5D1-13125AECE934}" type="parTrans" cxnId="{438C19B3-278B-4D06-A5BF-1BCE45F5435C}">
      <dgm:prSet/>
      <dgm:spPr/>
      <dgm:t>
        <a:bodyPr/>
        <a:lstStyle/>
        <a:p>
          <a:endParaRPr lang="en-US"/>
        </a:p>
      </dgm:t>
    </dgm:pt>
    <dgm:pt modelId="{D7204D8B-84D2-41F0-A2C5-6965EBBEB2EE}" type="sibTrans" cxnId="{438C19B3-278B-4D06-A5BF-1BCE45F5435C}">
      <dgm:prSet/>
      <dgm:spPr/>
      <dgm:t>
        <a:bodyPr/>
        <a:lstStyle/>
        <a:p>
          <a:endParaRPr lang="en-US"/>
        </a:p>
      </dgm:t>
    </dgm:pt>
    <dgm:pt modelId="{9A47BC91-EB04-4D30-87A7-BEE40EC63133}" type="pres">
      <dgm:prSet presAssocID="{8F875F9A-310E-45D4-9BBD-9BE4439105B1}" presName="linearFlow" presStyleCnt="0">
        <dgm:presLayoutVars>
          <dgm:dir/>
          <dgm:animLvl val="lvl"/>
          <dgm:resizeHandles val="exact"/>
        </dgm:presLayoutVars>
      </dgm:prSet>
      <dgm:spPr/>
    </dgm:pt>
    <dgm:pt modelId="{417AB006-7AD2-4BEC-837F-F2FC6D6C86BC}" type="pres">
      <dgm:prSet presAssocID="{69A13B29-09DC-4518-B5B5-1B3B6A0CB78F}" presName="composite" presStyleCnt="0"/>
      <dgm:spPr/>
    </dgm:pt>
    <dgm:pt modelId="{C1F2D3D3-2678-46EC-8BCB-98F31BB0C578}" type="pres">
      <dgm:prSet presAssocID="{69A13B29-09DC-4518-B5B5-1B3B6A0CB78F}" presName="parentText" presStyleLbl="alignNode1" presStyleIdx="0" presStyleCnt="1">
        <dgm:presLayoutVars>
          <dgm:chMax val="1"/>
          <dgm:bulletEnabled val="1"/>
        </dgm:presLayoutVars>
      </dgm:prSet>
      <dgm:spPr/>
    </dgm:pt>
    <dgm:pt modelId="{30C28D05-ACF7-44F8-910B-07E9F813BADB}" type="pres">
      <dgm:prSet presAssocID="{69A13B29-09DC-4518-B5B5-1B3B6A0CB78F}" presName="descendantText" presStyleLbl="alignAcc1" presStyleIdx="0" presStyleCnt="1">
        <dgm:presLayoutVars>
          <dgm:bulletEnabled val="1"/>
        </dgm:presLayoutVars>
      </dgm:prSet>
      <dgm:spPr/>
    </dgm:pt>
  </dgm:ptLst>
  <dgm:cxnLst>
    <dgm:cxn modelId="{E207B336-7F9E-4ECC-B8D3-BB5EADAD6197}" type="presOf" srcId="{8F875F9A-310E-45D4-9BBD-9BE4439105B1}" destId="{9A47BC91-EB04-4D30-87A7-BEE40EC63133}" srcOrd="0" destOrd="0" presId="urn:microsoft.com/office/officeart/2005/8/layout/chevron2"/>
    <dgm:cxn modelId="{15DF113C-6022-45C2-874D-0CF23A7D2509}" type="presOf" srcId="{51C14E0E-1440-4ECD-83E3-A0D8C75F2F8A}" destId="{30C28D05-ACF7-44F8-910B-07E9F813BADB}" srcOrd="0" destOrd="0" presId="urn:microsoft.com/office/officeart/2005/8/layout/chevron2"/>
    <dgm:cxn modelId="{4081AF79-17AE-417E-ADEC-44E5E409915C}" srcId="{8F875F9A-310E-45D4-9BBD-9BE4439105B1}" destId="{69A13B29-09DC-4518-B5B5-1B3B6A0CB78F}" srcOrd="0" destOrd="0" parTransId="{6EE3D5BE-BBFA-4EBC-A851-4B0E68A32DF6}" sibTransId="{374D01B9-4F67-4F99-BB01-5FD07EDE9536}"/>
    <dgm:cxn modelId="{89447999-D243-4A45-8C3D-BE01CCC3E3DD}" srcId="{69A13B29-09DC-4518-B5B5-1B3B6A0CB78F}" destId="{51C14E0E-1440-4ECD-83E3-A0D8C75F2F8A}" srcOrd="0" destOrd="0" parTransId="{BA8BCBBE-2B8A-4598-B870-16E352F2513A}" sibTransId="{DF6F4B93-71B0-4A17-89C0-E8F6F004D435}"/>
    <dgm:cxn modelId="{AE85079E-338D-48E4-8208-B0B6C23BE8DD}" type="presOf" srcId="{69A13B29-09DC-4518-B5B5-1B3B6A0CB78F}" destId="{C1F2D3D3-2678-46EC-8BCB-98F31BB0C578}" srcOrd="0" destOrd="0" presId="urn:microsoft.com/office/officeart/2005/8/layout/chevron2"/>
    <dgm:cxn modelId="{438C19B3-278B-4D06-A5BF-1BCE45F5435C}" srcId="{69A13B29-09DC-4518-B5B5-1B3B6A0CB78F}" destId="{4C719255-626C-43CD-81C9-DAF6FA3C65CD}" srcOrd="1" destOrd="0" parTransId="{88F050C7-3BEA-4B1D-A5D1-13125AECE934}" sibTransId="{D7204D8B-84D2-41F0-A2C5-6965EBBEB2EE}"/>
    <dgm:cxn modelId="{4CB1C8E4-BD15-416C-8EBE-B4AD3D93F765}" type="presOf" srcId="{4C719255-626C-43CD-81C9-DAF6FA3C65CD}" destId="{30C28D05-ACF7-44F8-910B-07E9F813BADB}" srcOrd="0" destOrd="1" presId="urn:microsoft.com/office/officeart/2005/8/layout/chevron2"/>
    <dgm:cxn modelId="{DE699240-5F3C-4ABE-9252-1DAED6D892EA}" type="presParOf" srcId="{9A47BC91-EB04-4D30-87A7-BEE40EC63133}" destId="{417AB006-7AD2-4BEC-837F-F2FC6D6C86BC}" srcOrd="0" destOrd="0" presId="urn:microsoft.com/office/officeart/2005/8/layout/chevron2"/>
    <dgm:cxn modelId="{4114AE50-28C2-4048-89FD-6DD06FFFD330}" type="presParOf" srcId="{417AB006-7AD2-4BEC-837F-F2FC6D6C86BC}" destId="{C1F2D3D3-2678-46EC-8BCB-98F31BB0C578}" srcOrd="0" destOrd="0" presId="urn:microsoft.com/office/officeart/2005/8/layout/chevron2"/>
    <dgm:cxn modelId="{AF2E479F-553E-462D-9BB4-1A55C824EA6E}" type="presParOf" srcId="{417AB006-7AD2-4BEC-837F-F2FC6D6C86BC}" destId="{30C28D05-ACF7-44F8-910B-07E9F813BADB}" srcOrd="1" destOrd="0" presId="urn:microsoft.com/office/officeart/2005/8/layout/chevro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8F875F9A-310E-45D4-9BBD-9BE4439105B1}" type="doc">
      <dgm:prSet loTypeId="urn:microsoft.com/office/officeart/2005/8/layout/chevron2" loCatId="list" qsTypeId="urn:microsoft.com/office/officeart/2005/8/quickstyle/simple1" qsCatId="simple" csTypeId="urn:microsoft.com/office/officeart/2005/8/colors/colorful3" csCatId="colorful" phldr="1"/>
      <dgm:spPr/>
      <dgm:t>
        <a:bodyPr/>
        <a:lstStyle/>
        <a:p>
          <a:endParaRPr lang="en-US"/>
        </a:p>
      </dgm:t>
    </dgm:pt>
    <dgm:pt modelId="{24615373-A47C-4317-A9D8-C5EA6A2596D3}">
      <dgm:prSet phldrT="[Text]" custT="1"/>
      <dgm:spPr/>
      <dgm:t>
        <a:bodyPr/>
        <a:lstStyle/>
        <a:p>
          <a:r>
            <a:rPr lang="en-US" sz="2800" dirty="0">
              <a:latin typeface="Arial Narrow" panose="020B0606020202030204" pitchFamily="34" charset="0"/>
            </a:rPr>
            <a:t>2</a:t>
          </a:r>
        </a:p>
      </dgm:t>
    </dgm:pt>
    <dgm:pt modelId="{E9B856B9-6229-4DE6-B158-9C89627227EC}" type="parTrans" cxnId="{3E285433-F9BE-4325-A2DE-B2BABDEEB337}">
      <dgm:prSet/>
      <dgm:spPr/>
      <dgm:t>
        <a:bodyPr/>
        <a:lstStyle/>
        <a:p>
          <a:endParaRPr lang="en-US"/>
        </a:p>
      </dgm:t>
    </dgm:pt>
    <dgm:pt modelId="{E8ECBF5C-614A-4EBB-90D1-934A1A7ABE3E}" type="sibTrans" cxnId="{3E285433-F9BE-4325-A2DE-B2BABDEEB337}">
      <dgm:prSet/>
      <dgm:spPr/>
      <dgm:t>
        <a:bodyPr/>
        <a:lstStyle/>
        <a:p>
          <a:endParaRPr lang="en-US"/>
        </a:p>
      </dgm:t>
    </dgm:pt>
    <dgm:pt modelId="{25DE1DB6-9C17-4A27-9AB9-F6603B58C3B9}">
      <dgm:prSet custT="1"/>
      <dgm:spPr/>
      <dgm:t>
        <a:bodyPr/>
        <a:lstStyle/>
        <a:p>
          <a:r>
            <a:rPr lang="en-US" sz="1800" i="0" dirty="0">
              <a:latin typeface="Arial Narrow" panose="020B0606020202030204" pitchFamily="34" charset="0"/>
            </a:rPr>
            <a:t>Design </a:t>
          </a:r>
          <a:r>
            <a:rPr lang="en-US" sz="1800" b="0" i="0" dirty="0"/>
            <a:t>implementation</a:t>
          </a:r>
          <a:endParaRPr lang="en-US" sz="1800" b="0" i="0" dirty="0">
            <a:latin typeface="Arial Narrow" panose="020B0606020202030204" pitchFamily="34" charset="0"/>
          </a:endParaRPr>
        </a:p>
      </dgm:t>
    </dgm:pt>
    <dgm:pt modelId="{B5E89957-24CE-44EC-AE96-B29A71C07B32}" type="parTrans" cxnId="{D710C1CF-9C8F-47A1-BDA1-4575FF07242D}">
      <dgm:prSet/>
      <dgm:spPr/>
      <dgm:t>
        <a:bodyPr/>
        <a:lstStyle/>
        <a:p>
          <a:endParaRPr lang="en-US"/>
        </a:p>
      </dgm:t>
    </dgm:pt>
    <dgm:pt modelId="{8DD71426-2A29-40C3-BC5B-5FD9C33C10FC}" type="sibTrans" cxnId="{D710C1CF-9C8F-47A1-BDA1-4575FF07242D}">
      <dgm:prSet/>
      <dgm:spPr/>
      <dgm:t>
        <a:bodyPr/>
        <a:lstStyle/>
        <a:p>
          <a:endParaRPr lang="en-US"/>
        </a:p>
      </dgm:t>
    </dgm:pt>
    <dgm:pt modelId="{40663525-83A4-4E8E-A1C4-D22016050694}">
      <dgm:prSet custT="1"/>
      <dgm:spPr/>
      <dgm:t>
        <a:bodyPr/>
        <a:lstStyle/>
        <a:p>
          <a:r>
            <a:rPr lang="en-US" sz="1800" i="0" dirty="0" err="1">
              <a:solidFill>
                <a:schemeClr val="accent1"/>
              </a:solidFill>
              <a:latin typeface="Arial Narrow" panose="020B0606020202030204" pitchFamily="34" charset="0"/>
            </a:rPr>
            <a:t>Triển</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khai</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thiết</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kế</a:t>
          </a:r>
          <a:endParaRPr lang="vi-VN" sz="1800" i="0" dirty="0">
            <a:solidFill>
              <a:schemeClr val="accent1"/>
            </a:solidFill>
          </a:endParaRPr>
        </a:p>
      </dgm:t>
    </dgm:pt>
    <dgm:pt modelId="{B260A7CC-B09C-440C-B952-6947AA2DA9D2}" type="parTrans" cxnId="{6349B3A4-C0C9-4346-8C77-836CE8BB8AAC}">
      <dgm:prSet/>
      <dgm:spPr/>
      <dgm:t>
        <a:bodyPr/>
        <a:lstStyle/>
        <a:p>
          <a:endParaRPr lang="en-US"/>
        </a:p>
      </dgm:t>
    </dgm:pt>
    <dgm:pt modelId="{3957B4B1-5581-4D09-94A6-9280C9FACD26}" type="sibTrans" cxnId="{6349B3A4-C0C9-4346-8C77-836CE8BB8AAC}">
      <dgm:prSet/>
      <dgm:spPr/>
      <dgm:t>
        <a:bodyPr/>
        <a:lstStyle/>
        <a:p>
          <a:endParaRPr lang="en-US"/>
        </a:p>
      </dgm:t>
    </dgm:pt>
    <dgm:pt modelId="{9A47BC91-EB04-4D30-87A7-BEE40EC63133}" type="pres">
      <dgm:prSet presAssocID="{8F875F9A-310E-45D4-9BBD-9BE4439105B1}" presName="linearFlow" presStyleCnt="0">
        <dgm:presLayoutVars>
          <dgm:dir/>
          <dgm:animLvl val="lvl"/>
          <dgm:resizeHandles val="exact"/>
        </dgm:presLayoutVars>
      </dgm:prSet>
      <dgm:spPr/>
    </dgm:pt>
    <dgm:pt modelId="{88F2F0AE-8E0F-4392-9FC3-15B5A2273D2A}" type="pres">
      <dgm:prSet presAssocID="{24615373-A47C-4317-A9D8-C5EA6A2596D3}" presName="composite" presStyleCnt="0"/>
      <dgm:spPr/>
    </dgm:pt>
    <dgm:pt modelId="{6701A474-0ADD-45DE-A8F7-75135A98A242}" type="pres">
      <dgm:prSet presAssocID="{24615373-A47C-4317-A9D8-C5EA6A2596D3}" presName="parentText" presStyleLbl="alignNode1" presStyleIdx="0" presStyleCnt="1">
        <dgm:presLayoutVars>
          <dgm:chMax val="1"/>
          <dgm:bulletEnabled val="1"/>
        </dgm:presLayoutVars>
      </dgm:prSet>
      <dgm:spPr/>
    </dgm:pt>
    <dgm:pt modelId="{09BCDB7B-F099-4E8F-8203-9CD59C4677FA}" type="pres">
      <dgm:prSet presAssocID="{24615373-A47C-4317-A9D8-C5EA6A2596D3}" presName="descendantText" presStyleLbl="alignAcc1" presStyleIdx="0" presStyleCnt="1" custLinFactNeighborY="4513">
        <dgm:presLayoutVars>
          <dgm:bulletEnabled val="1"/>
        </dgm:presLayoutVars>
      </dgm:prSet>
      <dgm:spPr/>
    </dgm:pt>
  </dgm:ptLst>
  <dgm:cxnLst>
    <dgm:cxn modelId="{E5653607-F3CB-4CFF-8C85-9B7B31DB7FEC}" type="presOf" srcId="{24615373-A47C-4317-A9D8-C5EA6A2596D3}" destId="{6701A474-0ADD-45DE-A8F7-75135A98A242}" srcOrd="0" destOrd="0" presId="urn:microsoft.com/office/officeart/2005/8/layout/chevron2"/>
    <dgm:cxn modelId="{3E285433-F9BE-4325-A2DE-B2BABDEEB337}" srcId="{8F875F9A-310E-45D4-9BBD-9BE4439105B1}" destId="{24615373-A47C-4317-A9D8-C5EA6A2596D3}" srcOrd="0" destOrd="0" parTransId="{E9B856B9-6229-4DE6-B158-9C89627227EC}" sibTransId="{E8ECBF5C-614A-4EBB-90D1-934A1A7ABE3E}"/>
    <dgm:cxn modelId="{E207B336-7F9E-4ECC-B8D3-BB5EADAD6197}" type="presOf" srcId="{8F875F9A-310E-45D4-9BBD-9BE4439105B1}" destId="{9A47BC91-EB04-4D30-87A7-BEE40EC63133}" srcOrd="0" destOrd="0" presId="urn:microsoft.com/office/officeart/2005/8/layout/chevron2"/>
    <dgm:cxn modelId="{6349B3A4-C0C9-4346-8C77-836CE8BB8AAC}" srcId="{24615373-A47C-4317-A9D8-C5EA6A2596D3}" destId="{40663525-83A4-4E8E-A1C4-D22016050694}" srcOrd="1" destOrd="0" parTransId="{B260A7CC-B09C-440C-B952-6947AA2DA9D2}" sibTransId="{3957B4B1-5581-4D09-94A6-9280C9FACD26}"/>
    <dgm:cxn modelId="{5C140AC3-9ACC-46FC-9CB1-DD47ED17C195}" type="presOf" srcId="{40663525-83A4-4E8E-A1C4-D22016050694}" destId="{09BCDB7B-F099-4E8F-8203-9CD59C4677FA}" srcOrd="0" destOrd="1" presId="urn:microsoft.com/office/officeart/2005/8/layout/chevron2"/>
    <dgm:cxn modelId="{D710C1CF-9C8F-47A1-BDA1-4575FF07242D}" srcId="{24615373-A47C-4317-A9D8-C5EA6A2596D3}" destId="{25DE1DB6-9C17-4A27-9AB9-F6603B58C3B9}" srcOrd="0" destOrd="0" parTransId="{B5E89957-24CE-44EC-AE96-B29A71C07B32}" sibTransId="{8DD71426-2A29-40C3-BC5B-5FD9C33C10FC}"/>
    <dgm:cxn modelId="{3F8793DB-EDDD-4A3C-9D34-20DB9759E1B5}" type="presOf" srcId="{25DE1DB6-9C17-4A27-9AB9-F6603B58C3B9}" destId="{09BCDB7B-F099-4E8F-8203-9CD59C4677FA}" srcOrd="0" destOrd="0" presId="urn:microsoft.com/office/officeart/2005/8/layout/chevron2"/>
    <dgm:cxn modelId="{143E9FB1-AF2C-435D-8478-A8405464187B}" type="presParOf" srcId="{9A47BC91-EB04-4D30-87A7-BEE40EC63133}" destId="{88F2F0AE-8E0F-4392-9FC3-15B5A2273D2A}" srcOrd="0" destOrd="0" presId="urn:microsoft.com/office/officeart/2005/8/layout/chevron2"/>
    <dgm:cxn modelId="{04131EA1-B851-42D3-8968-2CFA9CD5CEC1}" type="presParOf" srcId="{88F2F0AE-8E0F-4392-9FC3-15B5A2273D2A}" destId="{6701A474-0ADD-45DE-A8F7-75135A98A242}" srcOrd="0" destOrd="0" presId="urn:microsoft.com/office/officeart/2005/8/layout/chevron2"/>
    <dgm:cxn modelId="{1360610D-DE33-420F-93E1-6AFCCAF76232}" type="presParOf" srcId="{88F2F0AE-8E0F-4392-9FC3-15B5A2273D2A}" destId="{09BCDB7B-F099-4E8F-8203-9CD59C4677FA}"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8F875F9A-310E-45D4-9BBD-9BE4439105B1}" type="doc">
      <dgm:prSet loTypeId="urn:microsoft.com/office/officeart/2005/8/layout/chevron2" loCatId="list" qsTypeId="urn:microsoft.com/office/officeart/2005/8/quickstyle/simple1" qsCatId="simple" csTypeId="urn:microsoft.com/office/officeart/2005/8/colors/colorful3" csCatId="colorful" phldr="1"/>
      <dgm:spPr/>
      <dgm:t>
        <a:bodyPr/>
        <a:lstStyle/>
        <a:p>
          <a:endParaRPr lang="en-US"/>
        </a:p>
      </dgm:t>
    </dgm:pt>
    <dgm:pt modelId="{24615373-A47C-4317-A9D8-C5EA6A2596D3}">
      <dgm:prSet phldrT="[Text]" custT="1"/>
      <dgm:spPr/>
      <dgm:t>
        <a:bodyPr/>
        <a:lstStyle/>
        <a:p>
          <a:r>
            <a:rPr lang="en-US" sz="2800" dirty="0">
              <a:latin typeface="Arial Narrow" panose="020B0606020202030204" pitchFamily="34" charset="0"/>
            </a:rPr>
            <a:t>2</a:t>
          </a:r>
        </a:p>
      </dgm:t>
    </dgm:pt>
    <dgm:pt modelId="{E9B856B9-6229-4DE6-B158-9C89627227EC}" type="parTrans" cxnId="{3E285433-F9BE-4325-A2DE-B2BABDEEB337}">
      <dgm:prSet/>
      <dgm:spPr/>
      <dgm:t>
        <a:bodyPr/>
        <a:lstStyle/>
        <a:p>
          <a:endParaRPr lang="en-US"/>
        </a:p>
      </dgm:t>
    </dgm:pt>
    <dgm:pt modelId="{E8ECBF5C-614A-4EBB-90D1-934A1A7ABE3E}" type="sibTrans" cxnId="{3E285433-F9BE-4325-A2DE-B2BABDEEB337}">
      <dgm:prSet/>
      <dgm:spPr/>
      <dgm:t>
        <a:bodyPr/>
        <a:lstStyle/>
        <a:p>
          <a:endParaRPr lang="en-US"/>
        </a:p>
      </dgm:t>
    </dgm:pt>
    <dgm:pt modelId="{25DE1DB6-9C17-4A27-9AB9-F6603B58C3B9}">
      <dgm:prSet custT="1"/>
      <dgm:spPr/>
      <dgm:t>
        <a:bodyPr/>
        <a:lstStyle/>
        <a:p>
          <a:r>
            <a:rPr lang="en-US" sz="1800" i="0" dirty="0">
              <a:latin typeface="Arial Narrow" panose="020B0606020202030204" pitchFamily="34" charset="0"/>
            </a:rPr>
            <a:t>Design Item Diagram</a:t>
          </a:r>
        </a:p>
      </dgm:t>
    </dgm:pt>
    <dgm:pt modelId="{B5E89957-24CE-44EC-AE96-B29A71C07B32}" type="parTrans" cxnId="{D710C1CF-9C8F-47A1-BDA1-4575FF07242D}">
      <dgm:prSet/>
      <dgm:spPr/>
      <dgm:t>
        <a:bodyPr/>
        <a:lstStyle/>
        <a:p>
          <a:endParaRPr lang="en-US"/>
        </a:p>
      </dgm:t>
    </dgm:pt>
    <dgm:pt modelId="{8DD71426-2A29-40C3-BC5B-5FD9C33C10FC}" type="sibTrans" cxnId="{D710C1CF-9C8F-47A1-BDA1-4575FF07242D}">
      <dgm:prSet/>
      <dgm:spPr/>
      <dgm:t>
        <a:bodyPr/>
        <a:lstStyle/>
        <a:p>
          <a:endParaRPr lang="en-US"/>
        </a:p>
      </dgm:t>
    </dgm:pt>
    <dgm:pt modelId="{40663525-83A4-4E8E-A1C4-D22016050694}">
      <dgm:prSet custT="1"/>
      <dgm:spPr/>
      <dgm:t>
        <a:bodyPr/>
        <a:lstStyle/>
        <a:p>
          <a:r>
            <a:rPr lang="en-US" sz="1800" i="0" dirty="0" err="1">
              <a:solidFill>
                <a:schemeClr val="accent1"/>
              </a:solidFill>
              <a:latin typeface="Arial Narrow" panose="020B0606020202030204" pitchFamily="34" charset="0"/>
            </a:rPr>
            <a:t>Sơ</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đồ</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hạng</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mục</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thiết</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kế</a:t>
          </a:r>
          <a:endParaRPr lang="vi-VN" sz="1800" i="0" dirty="0">
            <a:solidFill>
              <a:schemeClr val="accent1"/>
            </a:solidFill>
          </a:endParaRPr>
        </a:p>
      </dgm:t>
    </dgm:pt>
    <dgm:pt modelId="{B260A7CC-B09C-440C-B952-6947AA2DA9D2}" type="parTrans" cxnId="{6349B3A4-C0C9-4346-8C77-836CE8BB8AAC}">
      <dgm:prSet/>
      <dgm:spPr/>
      <dgm:t>
        <a:bodyPr/>
        <a:lstStyle/>
        <a:p>
          <a:endParaRPr lang="en-US"/>
        </a:p>
      </dgm:t>
    </dgm:pt>
    <dgm:pt modelId="{3957B4B1-5581-4D09-94A6-9280C9FACD26}" type="sibTrans" cxnId="{6349B3A4-C0C9-4346-8C77-836CE8BB8AAC}">
      <dgm:prSet/>
      <dgm:spPr/>
      <dgm:t>
        <a:bodyPr/>
        <a:lstStyle/>
        <a:p>
          <a:endParaRPr lang="en-US"/>
        </a:p>
      </dgm:t>
    </dgm:pt>
    <dgm:pt modelId="{9A47BC91-EB04-4D30-87A7-BEE40EC63133}" type="pres">
      <dgm:prSet presAssocID="{8F875F9A-310E-45D4-9BBD-9BE4439105B1}" presName="linearFlow" presStyleCnt="0">
        <dgm:presLayoutVars>
          <dgm:dir/>
          <dgm:animLvl val="lvl"/>
          <dgm:resizeHandles val="exact"/>
        </dgm:presLayoutVars>
      </dgm:prSet>
      <dgm:spPr/>
    </dgm:pt>
    <dgm:pt modelId="{88F2F0AE-8E0F-4392-9FC3-15B5A2273D2A}" type="pres">
      <dgm:prSet presAssocID="{24615373-A47C-4317-A9D8-C5EA6A2596D3}" presName="composite" presStyleCnt="0"/>
      <dgm:spPr/>
    </dgm:pt>
    <dgm:pt modelId="{6701A474-0ADD-45DE-A8F7-75135A98A242}" type="pres">
      <dgm:prSet presAssocID="{24615373-A47C-4317-A9D8-C5EA6A2596D3}" presName="parentText" presStyleLbl="alignNode1" presStyleIdx="0" presStyleCnt="1">
        <dgm:presLayoutVars>
          <dgm:chMax val="1"/>
          <dgm:bulletEnabled val="1"/>
        </dgm:presLayoutVars>
      </dgm:prSet>
      <dgm:spPr/>
    </dgm:pt>
    <dgm:pt modelId="{09BCDB7B-F099-4E8F-8203-9CD59C4677FA}" type="pres">
      <dgm:prSet presAssocID="{24615373-A47C-4317-A9D8-C5EA6A2596D3}" presName="descendantText" presStyleLbl="alignAcc1" presStyleIdx="0" presStyleCnt="1" custLinFactNeighborY="4513">
        <dgm:presLayoutVars>
          <dgm:bulletEnabled val="1"/>
        </dgm:presLayoutVars>
      </dgm:prSet>
      <dgm:spPr/>
    </dgm:pt>
  </dgm:ptLst>
  <dgm:cxnLst>
    <dgm:cxn modelId="{E5653607-F3CB-4CFF-8C85-9B7B31DB7FEC}" type="presOf" srcId="{24615373-A47C-4317-A9D8-C5EA6A2596D3}" destId="{6701A474-0ADD-45DE-A8F7-75135A98A242}" srcOrd="0" destOrd="0" presId="urn:microsoft.com/office/officeart/2005/8/layout/chevron2"/>
    <dgm:cxn modelId="{3E285433-F9BE-4325-A2DE-B2BABDEEB337}" srcId="{8F875F9A-310E-45D4-9BBD-9BE4439105B1}" destId="{24615373-A47C-4317-A9D8-C5EA6A2596D3}" srcOrd="0" destOrd="0" parTransId="{E9B856B9-6229-4DE6-B158-9C89627227EC}" sibTransId="{E8ECBF5C-614A-4EBB-90D1-934A1A7ABE3E}"/>
    <dgm:cxn modelId="{E207B336-7F9E-4ECC-B8D3-BB5EADAD6197}" type="presOf" srcId="{8F875F9A-310E-45D4-9BBD-9BE4439105B1}" destId="{9A47BC91-EB04-4D30-87A7-BEE40EC63133}" srcOrd="0" destOrd="0" presId="urn:microsoft.com/office/officeart/2005/8/layout/chevron2"/>
    <dgm:cxn modelId="{6349B3A4-C0C9-4346-8C77-836CE8BB8AAC}" srcId="{24615373-A47C-4317-A9D8-C5EA6A2596D3}" destId="{40663525-83A4-4E8E-A1C4-D22016050694}" srcOrd="1" destOrd="0" parTransId="{B260A7CC-B09C-440C-B952-6947AA2DA9D2}" sibTransId="{3957B4B1-5581-4D09-94A6-9280C9FACD26}"/>
    <dgm:cxn modelId="{5C140AC3-9ACC-46FC-9CB1-DD47ED17C195}" type="presOf" srcId="{40663525-83A4-4E8E-A1C4-D22016050694}" destId="{09BCDB7B-F099-4E8F-8203-9CD59C4677FA}" srcOrd="0" destOrd="1" presId="urn:microsoft.com/office/officeart/2005/8/layout/chevron2"/>
    <dgm:cxn modelId="{D710C1CF-9C8F-47A1-BDA1-4575FF07242D}" srcId="{24615373-A47C-4317-A9D8-C5EA6A2596D3}" destId="{25DE1DB6-9C17-4A27-9AB9-F6603B58C3B9}" srcOrd="0" destOrd="0" parTransId="{B5E89957-24CE-44EC-AE96-B29A71C07B32}" sibTransId="{8DD71426-2A29-40C3-BC5B-5FD9C33C10FC}"/>
    <dgm:cxn modelId="{3F8793DB-EDDD-4A3C-9D34-20DB9759E1B5}" type="presOf" srcId="{25DE1DB6-9C17-4A27-9AB9-F6603B58C3B9}" destId="{09BCDB7B-F099-4E8F-8203-9CD59C4677FA}" srcOrd="0" destOrd="0" presId="urn:microsoft.com/office/officeart/2005/8/layout/chevron2"/>
    <dgm:cxn modelId="{143E9FB1-AF2C-435D-8478-A8405464187B}" type="presParOf" srcId="{9A47BC91-EB04-4D30-87A7-BEE40EC63133}" destId="{88F2F0AE-8E0F-4392-9FC3-15B5A2273D2A}" srcOrd="0" destOrd="0" presId="urn:microsoft.com/office/officeart/2005/8/layout/chevron2"/>
    <dgm:cxn modelId="{04131EA1-B851-42D3-8968-2CFA9CD5CEC1}" type="presParOf" srcId="{88F2F0AE-8E0F-4392-9FC3-15B5A2273D2A}" destId="{6701A474-0ADD-45DE-A8F7-75135A98A242}" srcOrd="0" destOrd="0" presId="urn:microsoft.com/office/officeart/2005/8/layout/chevron2"/>
    <dgm:cxn modelId="{1360610D-DE33-420F-93E1-6AFCCAF76232}" type="presParOf" srcId="{88F2F0AE-8E0F-4392-9FC3-15B5A2273D2A}" destId="{09BCDB7B-F099-4E8F-8203-9CD59C4677FA}" srcOrd="1" destOrd="0" presId="urn:microsoft.com/office/officeart/2005/8/layout/chevron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8F875F9A-310E-45D4-9BBD-9BE4439105B1}" type="doc">
      <dgm:prSet loTypeId="urn:microsoft.com/office/officeart/2005/8/layout/chevron2" loCatId="list" qsTypeId="urn:microsoft.com/office/officeart/2005/8/quickstyle/simple1" qsCatId="simple" csTypeId="urn:microsoft.com/office/officeart/2005/8/colors/colorful3" csCatId="colorful" phldr="1"/>
      <dgm:spPr/>
      <dgm:t>
        <a:bodyPr/>
        <a:lstStyle/>
        <a:p>
          <a:endParaRPr lang="en-US"/>
        </a:p>
      </dgm:t>
    </dgm:pt>
    <dgm:pt modelId="{24615373-A47C-4317-A9D8-C5EA6A2596D3}">
      <dgm:prSet phldrT="[Text]" custT="1"/>
      <dgm:spPr/>
      <dgm:t>
        <a:bodyPr/>
        <a:lstStyle/>
        <a:p>
          <a:r>
            <a:rPr lang="en-US" sz="2800" dirty="0">
              <a:latin typeface="Arial Narrow" panose="020B0606020202030204" pitchFamily="34" charset="0"/>
            </a:rPr>
            <a:t>2</a:t>
          </a:r>
        </a:p>
      </dgm:t>
    </dgm:pt>
    <dgm:pt modelId="{E9B856B9-6229-4DE6-B158-9C89627227EC}" type="parTrans" cxnId="{3E285433-F9BE-4325-A2DE-B2BABDEEB337}">
      <dgm:prSet/>
      <dgm:spPr/>
      <dgm:t>
        <a:bodyPr/>
        <a:lstStyle/>
        <a:p>
          <a:endParaRPr lang="en-US"/>
        </a:p>
      </dgm:t>
    </dgm:pt>
    <dgm:pt modelId="{E8ECBF5C-614A-4EBB-90D1-934A1A7ABE3E}" type="sibTrans" cxnId="{3E285433-F9BE-4325-A2DE-B2BABDEEB337}">
      <dgm:prSet/>
      <dgm:spPr/>
      <dgm:t>
        <a:bodyPr/>
        <a:lstStyle/>
        <a:p>
          <a:endParaRPr lang="en-US"/>
        </a:p>
      </dgm:t>
    </dgm:pt>
    <dgm:pt modelId="{25DE1DB6-9C17-4A27-9AB9-F6603B58C3B9}">
      <dgm:prSet custT="1"/>
      <dgm:spPr/>
      <dgm:t>
        <a:bodyPr/>
        <a:lstStyle/>
        <a:p>
          <a:r>
            <a:rPr lang="en-US" sz="1800" i="0" dirty="0">
              <a:latin typeface="Arial Narrow" panose="020B0606020202030204" pitchFamily="34" charset="0"/>
            </a:rPr>
            <a:t>Design Item Diagram</a:t>
          </a:r>
        </a:p>
      </dgm:t>
    </dgm:pt>
    <dgm:pt modelId="{B5E89957-24CE-44EC-AE96-B29A71C07B32}" type="parTrans" cxnId="{D710C1CF-9C8F-47A1-BDA1-4575FF07242D}">
      <dgm:prSet/>
      <dgm:spPr/>
      <dgm:t>
        <a:bodyPr/>
        <a:lstStyle/>
        <a:p>
          <a:endParaRPr lang="en-US"/>
        </a:p>
      </dgm:t>
    </dgm:pt>
    <dgm:pt modelId="{8DD71426-2A29-40C3-BC5B-5FD9C33C10FC}" type="sibTrans" cxnId="{D710C1CF-9C8F-47A1-BDA1-4575FF07242D}">
      <dgm:prSet/>
      <dgm:spPr/>
      <dgm:t>
        <a:bodyPr/>
        <a:lstStyle/>
        <a:p>
          <a:endParaRPr lang="en-US"/>
        </a:p>
      </dgm:t>
    </dgm:pt>
    <dgm:pt modelId="{40663525-83A4-4E8E-A1C4-D22016050694}">
      <dgm:prSet custT="1"/>
      <dgm:spPr/>
      <dgm:t>
        <a:bodyPr/>
        <a:lstStyle/>
        <a:p>
          <a:r>
            <a:rPr lang="en-US" sz="1800" i="0" dirty="0" err="1">
              <a:solidFill>
                <a:schemeClr val="accent1"/>
              </a:solidFill>
              <a:latin typeface="Arial Narrow" panose="020B0606020202030204" pitchFamily="34" charset="0"/>
            </a:rPr>
            <a:t>Sơ</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đồ</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hạng</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mục</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thiết</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kế</a:t>
          </a:r>
          <a:endParaRPr lang="vi-VN" sz="1800" i="0" dirty="0">
            <a:solidFill>
              <a:schemeClr val="accent1"/>
            </a:solidFill>
          </a:endParaRPr>
        </a:p>
      </dgm:t>
    </dgm:pt>
    <dgm:pt modelId="{B260A7CC-B09C-440C-B952-6947AA2DA9D2}" type="parTrans" cxnId="{6349B3A4-C0C9-4346-8C77-836CE8BB8AAC}">
      <dgm:prSet/>
      <dgm:spPr/>
      <dgm:t>
        <a:bodyPr/>
        <a:lstStyle/>
        <a:p>
          <a:endParaRPr lang="en-US"/>
        </a:p>
      </dgm:t>
    </dgm:pt>
    <dgm:pt modelId="{3957B4B1-5581-4D09-94A6-9280C9FACD26}" type="sibTrans" cxnId="{6349B3A4-C0C9-4346-8C77-836CE8BB8AAC}">
      <dgm:prSet/>
      <dgm:spPr/>
      <dgm:t>
        <a:bodyPr/>
        <a:lstStyle/>
        <a:p>
          <a:endParaRPr lang="en-US"/>
        </a:p>
      </dgm:t>
    </dgm:pt>
    <dgm:pt modelId="{9A47BC91-EB04-4D30-87A7-BEE40EC63133}" type="pres">
      <dgm:prSet presAssocID="{8F875F9A-310E-45D4-9BBD-9BE4439105B1}" presName="linearFlow" presStyleCnt="0">
        <dgm:presLayoutVars>
          <dgm:dir/>
          <dgm:animLvl val="lvl"/>
          <dgm:resizeHandles val="exact"/>
        </dgm:presLayoutVars>
      </dgm:prSet>
      <dgm:spPr/>
    </dgm:pt>
    <dgm:pt modelId="{88F2F0AE-8E0F-4392-9FC3-15B5A2273D2A}" type="pres">
      <dgm:prSet presAssocID="{24615373-A47C-4317-A9D8-C5EA6A2596D3}" presName="composite" presStyleCnt="0"/>
      <dgm:spPr/>
    </dgm:pt>
    <dgm:pt modelId="{6701A474-0ADD-45DE-A8F7-75135A98A242}" type="pres">
      <dgm:prSet presAssocID="{24615373-A47C-4317-A9D8-C5EA6A2596D3}" presName="parentText" presStyleLbl="alignNode1" presStyleIdx="0" presStyleCnt="1">
        <dgm:presLayoutVars>
          <dgm:chMax val="1"/>
          <dgm:bulletEnabled val="1"/>
        </dgm:presLayoutVars>
      </dgm:prSet>
      <dgm:spPr/>
    </dgm:pt>
    <dgm:pt modelId="{09BCDB7B-F099-4E8F-8203-9CD59C4677FA}" type="pres">
      <dgm:prSet presAssocID="{24615373-A47C-4317-A9D8-C5EA6A2596D3}" presName="descendantText" presStyleLbl="alignAcc1" presStyleIdx="0" presStyleCnt="1" custLinFactNeighborY="4513">
        <dgm:presLayoutVars>
          <dgm:bulletEnabled val="1"/>
        </dgm:presLayoutVars>
      </dgm:prSet>
      <dgm:spPr/>
    </dgm:pt>
  </dgm:ptLst>
  <dgm:cxnLst>
    <dgm:cxn modelId="{E5653607-F3CB-4CFF-8C85-9B7B31DB7FEC}" type="presOf" srcId="{24615373-A47C-4317-A9D8-C5EA6A2596D3}" destId="{6701A474-0ADD-45DE-A8F7-75135A98A242}" srcOrd="0" destOrd="0" presId="urn:microsoft.com/office/officeart/2005/8/layout/chevron2"/>
    <dgm:cxn modelId="{3E285433-F9BE-4325-A2DE-B2BABDEEB337}" srcId="{8F875F9A-310E-45D4-9BBD-9BE4439105B1}" destId="{24615373-A47C-4317-A9D8-C5EA6A2596D3}" srcOrd="0" destOrd="0" parTransId="{E9B856B9-6229-4DE6-B158-9C89627227EC}" sibTransId="{E8ECBF5C-614A-4EBB-90D1-934A1A7ABE3E}"/>
    <dgm:cxn modelId="{E207B336-7F9E-4ECC-B8D3-BB5EADAD6197}" type="presOf" srcId="{8F875F9A-310E-45D4-9BBD-9BE4439105B1}" destId="{9A47BC91-EB04-4D30-87A7-BEE40EC63133}" srcOrd="0" destOrd="0" presId="urn:microsoft.com/office/officeart/2005/8/layout/chevron2"/>
    <dgm:cxn modelId="{6349B3A4-C0C9-4346-8C77-836CE8BB8AAC}" srcId="{24615373-A47C-4317-A9D8-C5EA6A2596D3}" destId="{40663525-83A4-4E8E-A1C4-D22016050694}" srcOrd="1" destOrd="0" parTransId="{B260A7CC-B09C-440C-B952-6947AA2DA9D2}" sibTransId="{3957B4B1-5581-4D09-94A6-9280C9FACD26}"/>
    <dgm:cxn modelId="{5C140AC3-9ACC-46FC-9CB1-DD47ED17C195}" type="presOf" srcId="{40663525-83A4-4E8E-A1C4-D22016050694}" destId="{09BCDB7B-F099-4E8F-8203-9CD59C4677FA}" srcOrd="0" destOrd="1" presId="urn:microsoft.com/office/officeart/2005/8/layout/chevron2"/>
    <dgm:cxn modelId="{D710C1CF-9C8F-47A1-BDA1-4575FF07242D}" srcId="{24615373-A47C-4317-A9D8-C5EA6A2596D3}" destId="{25DE1DB6-9C17-4A27-9AB9-F6603B58C3B9}" srcOrd="0" destOrd="0" parTransId="{B5E89957-24CE-44EC-AE96-B29A71C07B32}" sibTransId="{8DD71426-2A29-40C3-BC5B-5FD9C33C10FC}"/>
    <dgm:cxn modelId="{3F8793DB-EDDD-4A3C-9D34-20DB9759E1B5}" type="presOf" srcId="{25DE1DB6-9C17-4A27-9AB9-F6603B58C3B9}" destId="{09BCDB7B-F099-4E8F-8203-9CD59C4677FA}" srcOrd="0" destOrd="0" presId="urn:microsoft.com/office/officeart/2005/8/layout/chevron2"/>
    <dgm:cxn modelId="{143E9FB1-AF2C-435D-8478-A8405464187B}" type="presParOf" srcId="{9A47BC91-EB04-4D30-87A7-BEE40EC63133}" destId="{88F2F0AE-8E0F-4392-9FC3-15B5A2273D2A}" srcOrd="0" destOrd="0" presId="urn:microsoft.com/office/officeart/2005/8/layout/chevron2"/>
    <dgm:cxn modelId="{04131EA1-B851-42D3-8968-2CFA9CD5CEC1}" type="presParOf" srcId="{88F2F0AE-8E0F-4392-9FC3-15B5A2273D2A}" destId="{6701A474-0ADD-45DE-A8F7-75135A98A242}" srcOrd="0" destOrd="0" presId="urn:microsoft.com/office/officeart/2005/8/layout/chevron2"/>
    <dgm:cxn modelId="{1360610D-DE33-420F-93E1-6AFCCAF76232}" type="presParOf" srcId="{88F2F0AE-8E0F-4392-9FC3-15B5A2273D2A}" destId="{09BCDB7B-F099-4E8F-8203-9CD59C4677FA}" srcOrd="1" destOrd="0" presId="urn:microsoft.com/office/officeart/2005/8/layout/chevron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8F875F9A-310E-45D4-9BBD-9BE4439105B1}" type="doc">
      <dgm:prSet loTypeId="urn:microsoft.com/office/officeart/2005/8/layout/chevron2" loCatId="list" qsTypeId="urn:microsoft.com/office/officeart/2005/8/quickstyle/simple1" qsCatId="simple" csTypeId="urn:microsoft.com/office/officeart/2005/8/colors/colorful3" csCatId="colorful" phldr="1"/>
      <dgm:spPr/>
      <dgm:t>
        <a:bodyPr/>
        <a:lstStyle/>
        <a:p>
          <a:endParaRPr lang="en-US"/>
        </a:p>
      </dgm:t>
    </dgm:pt>
    <dgm:pt modelId="{24615373-A47C-4317-A9D8-C5EA6A2596D3}">
      <dgm:prSet phldrT="[Text]" custT="1"/>
      <dgm:spPr/>
      <dgm:t>
        <a:bodyPr/>
        <a:lstStyle/>
        <a:p>
          <a:r>
            <a:rPr lang="en-US" sz="2800" dirty="0">
              <a:latin typeface="Arial Narrow" panose="020B0606020202030204" pitchFamily="34" charset="0"/>
            </a:rPr>
            <a:t>2</a:t>
          </a:r>
        </a:p>
      </dgm:t>
    </dgm:pt>
    <dgm:pt modelId="{E9B856B9-6229-4DE6-B158-9C89627227EC}" type="parTrans" cxnId="{3E285433-F9BE-4325-A2DE-B2BABDEEB337}">
      <dgm:prSet/>
      <dgm:spPr/>
      <dgm:t>
        <a:bodyPr/>
        <a:lstStyle/>
        <a:p>
          <a:endParaRPr lang="en-US"/>
        </a:p>
      </dgm:t>
    </dgm:pt>
    <dgm:pt modelId="{E8ECBF5C-614A-4EBB-90D1-934A1A7ABE3E}" type="sibTrans" cxnId="{3E285433-F9BE-4325-A2DE-B2BABDEEB337}">
      <dgm:prSet/>
      <dgm:spPr/>
      <dgm:t>
        <a:bodyPr/>
        <a:lstStyle/>
        <a:p>
          <a:endParaRPr lang="en-US"/>
        </a:p>
      </dgm:t>
    </dgm:pt>
    <dgm:pt modelId="{25DE1DB6-9C17-4A27-9AB9-F6603B58C3B9}">
      <dgm:prSet custT="1"/>
      <dgm:spPr/>
      <dgm:t>
        <a:bodyPr/>
        <a:lstStyle/>
        <a:p>
          <a:r>
            <a:rPr lang="en-US" sz="1800" i="0" dirty="0">
              <a:latin typeface="Arial Narrow" panose="020B0606020202030204" pitchFamily="34" charset="0"/>
            </a:rPr>
            <a:t>Design Item Diagram</a:t>
          </a:r>
        </a:p>
      </dgm:t>
    </dgm:pt>
    <dgm:pt modelId="{B5E89957-24CE-44EC-AE96-B29A71C07B32}" type="parTrans" cxnId="{D710C1CF-9C8F-47A1-BDA1-4575FF07242D}">
      <dgm:prSet/>
      <dgm:spPr/>
      <dgm:t>
        <a:bodyPr/>
        <a:lstStyle/>
        <a:p>
          <a:endParaRPr lang="en-US"/>
        </a:p>
      </dgm:t>
    </dgm:pt>
    <dgm:pt modelId="{8DD71426-2A29-40C3-BC5B-5FD9C33C10FC}" type="sibTrans" cxnId="{D710C1CF-9C8F-47A1-BDA1-4575FF07242D}">
      <dgm:prSet/>
      <dgm:spPr/>
      <dgm:t>
        <a:bodyPr/>
        <a:lstStyle/>
        <a:p>
          <a:endParaRPr lang="en-US"/>
        </a:p>
      </dgm:t>
    </dgm:pt>
    <dgm:pt modelId="{40663525-83A4-4E8E-A1C4-D22016050694}">
      <dgm:prSet custT="1"/>
      <dgm:spPr/>
      <dgm:t>
        <a:bodyPr/>
        <a:lstStyle/>
        <a:p>
          <a:r>
            <a:rPr lang="en-US" sz="1800" i="0" dirty="0" err="1">
              <a:solidFill>
                <a:schemeClr val="accent1"/>
              </a:solidFill>
              <a:latin typeface="Arial Narrow" panose="020B0606020202030204" pitchFamily="34" charset="0"/>
            </a:rPr>
            <a:t>Sơ</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đồ</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hạng</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mục</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thiết</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kế</a:t>
          </a:r>
          <a:endParaRPr lang="vi-VN" sz="1800" i="0" dirty="0">
            <a:solidFill>
              <a:schemeClr val="accent1"/>
            </a:solidFill>
          </a:endParaRPr>
        </a:p>
      </dgm:t>
    </dgm:pt>
    <dgm:pt modelId="{B260A7CC-B09C-440C-B952-6947AA2DA9D2}" type="parTrans" cxnId="{6349B3A4-C0C9-4346-8C77-836CE8BB8AAC}">
      <dgm:prSet/>
      <dgm:spPr/>
      <dgm:t>
        <a:bodyPr/>
        <a:lstStyle/>
        <a:p>
          <a:endParaRPr lang="en-US"/>
        </a:p>
      </dgm:t>
    </dgm:pt>
    <dgm:pt modelId="{3957B4B1-5581-4D09-94A6-9280C9FACD26}" type="sibTrans" cxnId="{6349B3A4-C0C9-4346-8C77-836CE8BB8AAC}">
      <dgm:prSet/>
      <dgm:spPr/>
      <dgm:t>
        <a:bodyPr/>
        <a:lstStyle/>
        <a:p>
          <a:endParaRPr lang="en-US"/>
        </a:p>
      </dgm:t>
    </dgm:pt>
    <dgm:pt modelId="{9A47BC91-EB04-4D30-87A7-BEE40EC63133}" type="pres">
      <dgm:prSet presAssocID="{8F875F9A-310E-45D4-9BBD-9BE4439105B1}" presName="linearFlow" presStyleCnt="0">
        <dgm:presLayoutVars>
          <dgm:dir/>
          <dgm:animLvl val="lvl"/>
          <dgm:resizeHandles val="exact"/>
        </dgm:presLayoutVars>
      </dgm:prSet>
      <dgm:spPr/>
    </dgm:pt>
    <dgm:pt modelId="{88F2F0AE-8E0F-4392-9FC3-15B5A2273D2A}" type="pres">
      <dgm:prSet presAssocID="{24615373-A47C-4317-A9D8-C5EA6A2596D3}" presName="composite" presStyleCnt="0"/>
      <dgm:spPr/>
    </dgm:pt>
    <dgm:pt modelId="{6701A474-0ADD-45DE-A8F7-75135A98A242}" type="pres">
      <dgm:prSet presAssocID="{24615373-A47C-4317-A9D8-C5EA6A2596D3}" presName="parentText" presStyleLbl="alignNode1" presStyleIdx="0" presStyleCnt="1">
        <dgm:presLayoutVars>
          <dgm:chMax val="1"/>
          <dgm:bulletEnabled val="1"/>
        </dgm:presLayoutVars>
      </dgm:prSet>
      <dgm:spPr/>
    </dgm:pt>
    <dgm:pt modelId="{09BCDB7B-F099-4E8F-8203-9CD59C4677FA}" type="pres">
      <dgm:prSet presAssocID="{24615373-A47C-4317-A9D8-C5EA6A2596D3}" presName="descendantText" presStyleLbl="alignAcc1" presStyleIdx="0" presStyleCnt="1" custLinFactNeighborY="4513">
        <dgm:presLayoutVars>
          <dgm:bulletEnabled val="1"/>
        </dgm:presLayoutVars>
      </dgm:prSet>
      <dgm:spPr/>
    </dgm:pt>
  </dgm:ptLst>
  <dgm:cxnLst>
    <dgm:cxn modelId="{E5653607-F3CB-4CFF-8C85-9B7B31DB7FEC}" type="presOf" srcId="{24615373-A47C-4317-A9D8-C5EA6A2596D3}" destId="{6701A474-0ADD-45DE-A8F7-75135A98A242}" srcOrd="0" destOrd="0" presId="urn:microsoft.com/office/officeart/2005/8/layout/chevron2"/>
    <dgm:cxn modelId="{3E285433-F9BE-4325-A2DE-B2BABDEEB337}" srcId="{8F875F9A-310E-45D4-9BBD-9BE4439105B1}" destId="{24615373-A47C-4317-A9D8-C5EA6A2596D3}" srcOrd="0" destOrd="0" parTransId="{E9B856B9-6229-4DE6-B158-9C89627227EC}" sibTransId="{E8ECBF5C-614A-4EBB-90D1-934A1A7ABE3E}"/>
    <dgm:cxn modelId="{E207B336-7F9E-4ECC-B8D3-BB5EADAD6197}" type="presOf" srcId="{8F875F9A-310E-45D4-9BBD-9BE4439105B1}" destId="{9A47BC91-EB04-4D30-87A7-BEE40EC63133}" srcOrd="0" destOrd="0" presId="urn:microsoft.com/office/officeart/2005/8/layout/chevron2"/>
    <dgm:cxn modelId="{6349B3A4-C0C9-4346-8C77-836CE8BB8AAC}" srcId="{24615373-A47C-4317-A9D8-C5EA6A2596D3}" destId="{40663525-83A4-4E8E-A1C4-D22016050694}" srcOrd="1" destOrd="0" parTransId="{B260A7CC-B09C-440C-B952-6947AA2DA9D2}" sibTransId="{3957B4B1-5581-4D09-94A6-9280C9FACD26}"/>
    <dgm:cxn modelId="{5C140AC3-9ACC-46FC-9CB1-DD47ED17C195}" type="presOf" srcId="{40663525-83A4-4E8E-A1C4-D22016050694}" destId="{09BCDB7B-F099-4E8F-8203-9CD59C4677FA}" srcOrd="0" destOrd="1" presId="urn:microsoft.com/office/officeart/2005/8/layout/chevron2"/>
    <dgm:cxn modelId="{D710C1CF-9C8F-47A1-BDA1-4575FF07242D}" srcId="{24615373-A47C-4317-A9D8-C5EA6A2596D3}" destId="{25DE1DB6-9C17-4A27-9AB9-F6603B58C3B9}" srcOrd="0" destOrd="0" parTransId="{B5E89957-24CE-44EC-AE96-B29A71C07B32}" sibTransId="{8DD71426-2A29-40C3-BC5B-5FD9C33C10FC}"/>
    <dgm:cxn modelId="{3F8793DB-EDDD-4A3C-9D34-20DB9759E1B5}" type="presOf" srcId="{25DE1DB6-9C17-4A27-9AB9-F6603B58C3B9}" destId="{09BCDB7B-F099-4E8F-8203-9CD59C4677FA}" srcOrd="0" destOrd="0" presId="urn:microsoft.com/office/officeart/2005/8/layout/chevron2"/>
    <dgm:cxn modelId="{143E9FB1-AF2C-435D-8478-A8405464187B}" type="presParOf" srcId="{9A47BC91-EB04-4D30-87A7-BEE40EC63133}" destId="{88F2F0AE-8E0F-4392-9FC3-15B5A2273D2A}" srcOrd="0" destOrd="0" presId="urn:microsoft.com/office/officeart/2005/8/layout/chevron2"/>
    <dgm:cxn modelId="{04131EA1-B851-42D3-8968-2CFA9CD5CEC1}" type="presParOf" srcId="{88F2F0AE-8E0F-4392-9FC3-15B5A2273D2A}" destId="{6701A474-0ADD-45DE-A8F7-75135A98A242}" srcOrd="0" destOrd="0" presId="urn:microsoft.com/office/officeart/2005/8/layout/chevron2"/>
    <dgm:cxn modelId="{1360610D-DE33-420F-93E1-6AFCCAF76232}" type="presParOf" srcId="{88F2F0AE-8E0F-4392-9FC3-15B5A2273D2A}" destId="{09BCDB7B-F099-4E8F-8203-9CD59C4677FA}" srcOrd="1" destOrd="0" presId="urn:microsoft.com/office/officeart/2005/8/layout/chevron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8F875F9A-310E-45D4-9BBD-9BE4439105B1}" type="doc">
      <dgm:prSet loTypeId="urn:microsoft.com/office/officeart/2005/8/layout/chevron2" loCatId="list" qsTypeId="urn:microsoft.com/office/officeart/2005/8/quickstyle/simple1" qsCatId="simple" csTypeId="urn:microsoft.com/office/officeart/2005/8/colors/colorful3" csCatId="colorful" phldr="1"/>
      <dgm:spPr/>
      <dgm:t>
        <a:bodyPr/>
        <a:lstStyle/>
        <a:p>
          <a:endParaRPr lang="en-US"/>
        </a:p>
      </dgm:t>
    </dgm:pt>
    <dgm:pt modelId="{24615373-A47C-4317-A9D8-C5EA6A2596D3}">
      <dgm:prSet phldrT="[Text]" custT="1"/>
      <dgm:spPr/>
      <dgm:t>
        <a:bodyPr/>
        <a:lstStyle/>
        <a:p>
          <a:r>
            <a:rPr lang="en-US" sz="2800" dirty="0">
              <a:latin typeface="Arial Narrow" panose="020B0606020202030204" pitchFamily="34" charset="0"/>
            </a:rPr>
            <a:t>2</a:t>
          </a:r>
        </a:p>
      </dgm:t>
    </dgm:pt>
    <dgm:pt modelId="{E9B856B9-6229-4DE6-B158-9C89627227EC}" type="parTrans" cxnId="{3E285433-F9BE-4325-A2DE-B2BABDEEB337}">
      <dgm:prSet/>
      <dgm:spPr/>
      <dgm:t>
        <a:bodyPr/>
        <a:lstStyle/>
        <a:p>
          <a:endParaRPr lang="en-US"/>
        </a:p>
      </dgm:t>
    </dgm:pt>
    <dgm:pt modelId="{E8ECBF5C-614A-4EBB-90D1-934A1A7ABE3E}" type="sibTrans" cxnId="{3E285433-F9BE-4325-A2DE-B2BABDEEB337}">
      <dgm:prSet/>
      <dgm:spPr/>
      <dgm:t>
        <a:bodyPr/>
        <a:lstStyle/>
        <a:p>
          <a:endParaRPr lang="en-US"/>
        </a:p>
      </dgm:t>
    </dgm:pt>
    <dgm:pt modelId="{25DE1DB6-9C17-4A27-9AB9-F6603B58C3B9}">
      <dgm:prSet custT="1"/>
      <dgm:spPr/>
      <dgm:t>
        <a:bodyPr/>
        <a:lstStyle/>
        <a:p>
          <a:r>
            <a:rPr lang="en-US" sz="1800" i="0" dirty="0">
              <a:latin typeface="Arial Narrow" panose="020B0606020202030204" pitchFamily="34" charset="0"/>
            </a:rPr>
            <a:t>Design Item Diagram</a:t>
          </a:r>
        </a:p>
      </dgm:t>
    </dgm:pt>
    <dgm:pt modelId="{B5E89957-24CE-44EC-AE96-B29A71C07B32}" type="parTrans" cxnId="{D710C1CF-9C8F-47A1-BDA1-4575FF07242D}">
      <dgm:prSet/>
      <dgm:spPr/>
      <dgm:t>
        <a:bodyPr/>
        <a:lstStyle/>
        <a:p>
          <a:endParaRPr lang="en-US"/>
        </a:p>
      </dgm:t>
    </dgm:pt>
    <dgm:pt modelId="{8DD71426-2A29-40C3-BC5B-5FD9C33C10FC}" type="sibTrans" cxnId="{D710C1CF-9C8F-47A1-BDA1-4575FF07242D}">
      <dgm:prSet/>
      <dgm:spPr/>
      <dgm:t>
        <a:bodyPr/>
        <a:lstStyle/>
        <a:p>
          <a:endParaRPr lang="en-US"/>
        </a:p>
      </dgm:t>
    </dgm:pt>
    <dgm:pt modelId="{40663525-83A4-4E8E-A1C4-D22016050694}">
      <dgm:prSet custT="1"/>
      <dgm:spPr/>
      <dgm:t>
        <a:bodyPr/>
        <a:lstStyle/>
        <a:p>
          <a:r>
            <a:rPr lang="en-US" sz="1800" i="0" dirty="0" err="1">
              <a:solidFill>
                <a:schemeClr val="accent1"/>
              </a:solidFill>
              <a:latin typeface="Arial Narrow" panose="020B0606020202030204" pitchFamily="34" charset="0"/>
            </a:rPr>
            <a:t>Sơ</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đồ</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hạng</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mục</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thiết</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kế</a:t>
          </a:r>
          <a:endParaRPr lang="vi-VN" sz="1800" i="0" dirty="0">
            <a:solidFill>
              <a:schemeClr val="accent1"/>
            </a:solidFill>
          </a:endParaRPr>
        </a:p>
      </dgm:t>
    </dgm:pt>
    <dgm:pt modelId="{B260A7CC-B09C-440C-B952-6947AA2DA9D2}" type="parTrans" cxnId="{6349B3A4-C0C9-4346-8C77-836CE8BB8AAC}">
      <dgm:prSet/>
      <dgm:spPr/>
      <dgm:t>
        <a:bodyPr/>
        <a:lstStyle/>
        <a:p>
          <a:endParaRPr lang="en-US"/>
        </a:p>
      </dgm:t>
    </dgm:pt>
    <dgm:pt modelId="{3957B4B1-5581-4D09-94A6-9280C9FACD26}" type="sibTrans" cxnId="{6349B3A4-C0C9-4346-8C77-836CE8BB8AAC}">
      <dgm:prSet/>
      <dgm:spPr/>
      <dgm:t>
        <a:bodyPr/>
        <a:lstStyle/>
        <a:p>
          <a:endParaRPr lang="en-US"/>
        </a:p>
      </dgm:t>
    </dgm:pt>
    <dgm:pt modelId="{9A47BC91-EB04-4D30-87A7-BEE40EC63133}" type="pres">
      <dgm:prSet presAssocID="{8F875F9A-310E-45D4-9BBD-9BE4439105B1}" presName="linearFlow" presStyleCnt="0">
        <dgm:presLayoutVars>
          <dgm:dir/>
          <dgm:animLvl val="lvl"/>
          <dgm:resizeHandles val="exact"/>
        </dgm:presLayoutVars>
      </dgm:prSet>
      <dgm:spPr/>
    </dgm:pt>
    <dgm:pt modelId="{88F2F0AE-8E0F-4392-9FC3-15B5A2273D2A}" type="pres">
      <dgm:prSet presAssocID="{24615373-A47C-4317-A9D8-C5EA6A2596D3}" presName="composite" presStyleCnt="0"/>
      <dgm:spPr/>
    </dgm:pt>
    <dgm:pt modelId="{6701A474-0ADD-45DE-A8F7-75135A98A242}" type="pres">
      <dgm:prSet presAssocID="{24615373-A47C-4317-A9D8-C5EA6A2596D3}" presName="parentText" presStyleLbl="alignNode1" presStyleIdx="0" presStyleCnt="1">
        <dgm:presLayoutVars>
          <dgm:chMax val="1"/>
          <dgm:bulletEnabled val="1"/>
        </dgm:presLayoutVars>
      </dgm:prSet>
      <dgm:spPr/>
    </dgm:pt>
    <dgm:pt modelId="{09BCDB7B-F099-4E8F-8203-9CD59C4677FA}" type="pres">
      <dgm:prSet presAssocID="{24615373-A47C-4317-A9D8-C5EA6A2596D3}" presName="descendantText" presStyleLbl="alignAcc1" presStyleIdx="0" presStyleCnt="1" custLinFactNeighborY="4513">
        <dgm:presLayoutVars>
          <dgm:bulletEnabled val="1"/>
        </dgm:presLayoutVars>
      </dgm:prSet>
      <dgm:spPr/>
    </dgm:pt>
  </dgm:ptLst>
  <dgm:cxnLst>
    <dgm:cxn modelId="{E5653607-F3CB-4CFF-8C85-9B7B31DB7FEC}" type="presOf" srcId="{24615373-A47C-4317-A9D8-C5EA6A2596D3}" destId="{6701A474-0ADD-45DE-A8F7-75135A98A242}" srcOrd="0" destOrd="0" presId="urn:microsoft.com/office/officeart/2005/8/layout/chevron2"/>
    <dgm:cxn modelId="{3E285433-F9BE-4325-A2DE-B2BABDEEB337}" srcId="{8F875F9A-310E-45D4-9BBD-9BE4439105B1}" destId="{24615373-A47C-4317-A9D8-C5EA6A2596D3}" srcOrd="0" destOrd="0" parTransId="{E9B856B9-6229-4DE6-B158-9C89627227EC}" sibTransId="{E8ECBF5C-614A-4EBB-90D1-934A1A7ABE3E}"/>
    <dgm:cxn modelId="{E207B336-7F9E-4ECC-B8D3-BB5EADAD6197}" type="presOf" srcId="{8F875F9A-310E-45D4-9BBD-9BE4439105B1}" destId="{9A47BC91-EB04-4D30-87A7-BEE40EC63133}" srcOrd="0" destOrd="0" presId="urn:microsoft.com/office/officeart/2005/8/layout/chevron2"/>
    <dgm:cxn modelId="{6349B3A4-C0C9-4346-8C77-836CE8BB8AAC}" srcId="{24615373-A47C-4317-A9D8-C5EA6A2596D3}" destId="{40663525-83A4-4E8E-A1C4-D22016050694}" srcOrd="1" destOrd="0" parTransId="{B260A7CC-B09C-440C-B952-6947AA2DA9D2}" sibTransId="{3957B4B1-5581-4D09-94A6-9280C9FACD26}"/>
    <dgm:cxn modelId="{5C140AC3-9ACC-46FC-9CB1-DD47ED17C195}" type="presOf" srcId="{40663525-83A4-4E8E-A1C4-D22016050694}" destId="{09BCDB7B-F099-4E8F-8203-9CD59C4677FA}" srcOrd="0" destOrd="1" presId="urn:microsoft.com/office/officeart/2005/8/layout/chevron2"/>
    <dgm:cxn modelId="{D710C1CF-9C8F-47A1-BDA1-4575FF07242D}" srcId="{24615373-A47C-4317-A9D8-C5EA6A2596D3}" destId="{25DE1DB6-9C17-4A27-9AB9-F6603B58C3B9}" srcOrd="0" destOrd="0" parTransId="{B5E89957-24CE-44EC-AE96-B29A71C07B32}" sibTransId="{8DD71426-2A29-40C3-BC5B-5FD9C33C10FC}"/>
    <dgm:cxn modelId="{3F8793DB-EDDD-4A3C-9D34-20DB9759E1B5}" type="presOf" srcId="{25DE1DB6-9C17-4A27-9AB9-F6603B58C3B9}" destId="{09BCDB7B-F099-4E8F-8203-9CD59C4677FA}" srcOrd="0" destOrd="0" presId="urn:microsoft.com/office/officeart/2005/8/layout/chevron2"/>
    <dgm:cxn modelId="{143E9FB1-AF2C-435D-8478-A8405464187B}" type="presParOf" srcId="{9A47BC91-EB04-4D30-87A7-BEE40EC63133}" destId="{88F2F0AE-8E0F-4392-9FC3-15B5A2273D2A}" srcOrd="0" destOrd="0" presId="urn:microsoft.com/office/officeart/2005/8/layout/chevron2"/>
    <dgm:cxn modelId="{04131EA1-B851-42D3-8968-2CFA9CD5CEC1}" type="presParOf" srcId="{88F2F0AE-8E0F-4392-9FC3-15B5A2273D2A}" destId="{6701A474-0ADD-45DE-A8F7-75135A98A242}" srcOrd="0" destOrd="0" presId="urn:microsoft.com/office/officeart/2005/8/layout/chevron2"/>
    <dgm:cxn modelId="{1360610D-DE33-420F-93E1-6AFCCAF76232}" type="presParOf" srcId="{88F2F0AE-8E0F-4392-9FC3-15B5A2273D2A}" destId="{09BCDB7B-F099-4E8F-8203-9CD59C4677FA}" srcOrd="1" destOrd="0" presId="urn:microsoft.com/office/officeart/2005/8/layout/chevron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8F875F9A-310E-45D4-9BBD-9BE4439105B1}" type="doc">
      <dgm:prSet loTypeId="urn:microsoft.com/office/officeart/2005/8/layout/chevron2" loCatId="list" qsTypeId="urn:microsoft.com/office/officeart/2005/8/quickstyle/simple1" qsCatId="simple" csTypeId="urn:microsoft.com/office/officeart/2005/8/colors/colorful4" csCatId="colorful" phldr="1"/>
      <dgm:spPr/>
      <dgm:t>
        <a:bodyPr/>
        <a:lstStyle/>
        <a:p>
          <a:endParaRPr lang="en-US"/>
        </a:p>
      </dgm:t>
    </dgm:pt>
    <dgm:pt modelId="{681B30B5-3D76-4EC1-8CDF-C645365DC13C}">
      <dgm:prSet custT="1"/>
      <dgm:spPr/>
      <dgm:t>
        <a:bodyPr/>
        <a:lstStyle/>
        <a:p>
          <a:r>
            <a:rPr lang="en-US" sz="2800" dirty="0">
              <a:latin typeface="Arial Narrow" panose="020B0606020202030204" pitchFamily="34" charset="0"/>
            </a:rPr>
            <a:t>3</a:t>
          </a:r>
          <a:r>
            <a:rPr lang="en-US" sz="2400" dirty="0">
              <a:latin typeface="Arial Narrow" panose="020B0606020202030204" pitchFamily="34" charset="0"/>
            </a:rPr>
            <a:t> </a:t>
          </a:r>
        </a:p>
      </dgm:t>
    </dgm:pt>
    <dgm:pt modelId="{E1966F1B-7418-4BB7-963A-EFAADD61B14E}" type="parTrans" cxnId="{3B9BC27F-F126-45E5-B341-2670D47E91ED}">
      <dgm:prSet/>
      <dgm:spPr/>
      <dgm:t>
        <a:bodyPr/>
        <a:lstStyle/>
        <a:p>
          <a:endParaRPr lang="en-US"/>
        </a:p>
      </dgm:t>
    </dgm:pt>
    <dgm:pt modelId="{9E2A63A1-43EF-40B1-8EA8-15657EAA333C}" type="sibTrans" cxnId="{3B9BC27F-F126-45E5-B341-2670D47E91ED}">
      <dgm:prSet/>
      <dgm:spPr/>
      <dgm:t>
        <a:bodyPr/>
        <a:lstStyle/>
        <a:p>
          <a:endParaRPr lang="en-US"/>
        </a:p>
      </dgm:t>
    </dgm:pt>
    <dgm:pt modelId="{3A63BF8A-8142-4725-8ED3-CC43F6A0BF92}">
      <dgm:prSet custT="1"/>
      <dgm:spPr/>
      <dgm:t>
        <a:bodyPr/>
        <a:lstStyle/>
        <a:p>
          <a:r>
            <a:rPr lang="en-US" sz="1800" i="0" dirty="0">
              <a:latin typeface="Arial Narrow" panose="020B0606020202030204" pitchFamily="34" charset="0"/>
            </a:rPr>
            <a:t>Achieved Results</a:t>
          </a:r>
        </a:p>
      </dgm:t>
    </dgm:pt>
    <dgm:pt modelId="{1B528B8A-68F7-4829-A57C-AB09AFBD389C}" type="parTrans" cxnId="{147139BA-60CA-403E-8BA7-52822CE6749A}">
      <dgm:prSet/>
      <dgm:spPr/>
      <dgm:t>
        <a:bodyPr/>
        <a:lstStyle/>
        <a:p>
          <a:endParaRPr lang="en-US"/>
        </a:p>
      </dgm:t>
    </dgm:pt>
    <dgm:pt modelId="{1BD84D01-752C-45D3-8204-7BF06AD2BDE6}" type="sibTrans" cxnId="{147139BA-60CA-403E-8BA7-52822CE6749A}">
      <dgm:prSet/>
      <dgm:spPr/>
      <dgm:t>
        <a:bodyPr/>
        <a:lstStyle/>
        <a:p>
          <a:endParaRPr lang="en-US"/>
        </a:p>
      </dgm:t>
    </dgm:pt>
    <dgm:pt modelId="{AD1535C2-F245-4BE8-AB2F-77FD69A5EEE9}">
      <dgm:prSet custT="1"/>
      <dgm:spPr/>
      <dgm:t>
        <a:bodyPr/>
        <a:lstStyle/>
        <a:p>
          <a:r>
            <a:rPr lang="en-US" sz="1800" i="0" dirty="0" err="1">
              <a:solidFill>
                <a:schemeClr val="accent1"/>
              </a:solidFill>
              <a:latin typeface="Arial Narrow" panose="020B0606020202030204" pitchFamily="34" charset="0"/>
            </a:rPr>
            <a:t>Kết</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quả</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đạt</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được</a:t>
          </a:r>
          <a:endParaRPr lang="en-US" sz="1800" i="0" dirty="0">
            <a:solidFill>
              <a:schemeClr val="accent1"/>
            </a:solidFill>
            <a:latin typeface="Arial Narrow" panose="020B0606020202030204" pitchFamily="34" charset="0"/>
          </a:endParaRPr>
        </a:p>
      </dgm:t>
    </dgm:pt>
    <dgm:pt modelId="{E92E8257-0EAC-486A-A1B4-955529A2F80D}" type="parTrans" cxnId="{D9665748-C393-434B-ABCE-0F42B4513FBA}">
      <dgm:prSet/>
      <dgm:spPr/>
      <dgm:t>
        <a:bodyPr/>
        <a:lstStyle/>
        <a:p>
          <a:endParaRPr lang="en-US"/>
        </a:p>
      </dgm:t>
    </dgm:pt>
    <dgm:pt modelId="{AB0C647A-A811-48EF-AF67-908A2425E61C}" type="sibTrans" cxnId="{D9665748-C393-434B-ABCE-0F42B4513FBA}">
      <dgm:prSet/>
      <dgm:spPr/>
      <dgm:t>
        <a:bodyPr/>
        <a:lstStyle/>
        <a:p>
          <a:endParaRPr lang="en-US"/>
        </a:p>
      </dgm:t>
    </dgm:pt>
    <dgm:pt modelId="{9A47BC91-EB04-4D30-87A7-BEE40EC63133}" type="pres">
      <dgm:prSet presAssocID="{8F875F9A-310E-45D4-9BBD-9BE4439105B1}" presName="linearFlow" presStyleCnt="0">
        <dgm:presLayoutVars>
          <dgm:dir/>
          <dgm:animLvl val="lvl"/>
          <dgm:resizeHandles val="exact"/>
        </dgm:presLayoutVars>
      </dgm:prSet>
      <dgm:spPr/>
    </dgm:pt>
    <dgm:pt modelId="{CA8E54F5-3C20-4BEA-B9CE-0A62661B69C4}" type="pres">
      <dgm:prSet presAssocID="{681B30B5-3D76-4EC1-8CDF-C645365DC13C}" presName="composite" presStyleCnt="0"/>
      <dgm:spPr/>
    </dgm:pt>
    <dgm:pt modelId="{3C396D00-182C-427E-8273-3618560ED04D}" type="pres">
      <dgm:prSet presAssocID="{681B30B5-3D76-4EC1-8CDF-C645365DC13C}" presName="parentText" presStyleLbl="alignNode1" presStyleIdx="0" presStyleCnt="1">
        <dgm:presLayoutVars>
          <dgm:chMax val="1"/>
          <dgm:bulletEnabled val="1"/>
        </dgm:presLayoutVars>
      </dgm:prSet>
      <dgm:spPr/>
    </dgm:pt>
    <dgm:pt modelId="{7E1F35D7-935F-4B28-A048-27C40533CCD0}" type="pres">
      <dgm:prSet presAssocID="{681B30B5-3D76-4EC1-8CDF-C645365DC13C}" presName="descendantText" presStyleLbl="alignAcc1" presStyleIdx="0" presStyleCnt="1">
        <dgm:presLayoutVars>
          <dgm:bulletEnabled val="1"/>
        </dgm:presLayoutVars>
      </dgm:prSet>
      <dgm:spPr/>
    </dgm:pt>
  </dgm:ptLst>
  <dgm:cxnLst>
    <dgm:cxn modelId="{CAC1D51B-E3A1-48D1-BB1B-BC58DF59BEFC}" type="presOf" srcId="{AD1535C2-F245-4BE8-AB2F-77FD69A5EEE9}" destId="{7E1F35D7-935F-4B28-A048-27C40533CCD0}" srcOrd="0" destOrd="1" presId="urn:microsoft.com/office/officeart/2005/8/layout/chevron2"/>
    <dgm:cxn modelId="{E207B336-7F9E-4ECC-B8D3-BB5EADAD6197}" type="presOf" srcId="{8F875F9A-310E-45D4-9BBD-9BE4439105B1}" destId="{9A47BC91-EB04-4D30-87A7-BEE40EC63133}" srcOrd="0" destOrd="0" presId="urn:microsoft.com/office/officeart/2005/8/layout/chevron2"/>
    <dgm:cxn modelId="{9807FC67-422C-4976-AAF5-C8F286634410}" type="presOf" srcId="{681B30B5-3D76-4EC1-8CDF-C645365DC13C}" destId="{3C396D00-182C-427E-8273-3618560ED04D}" srcOrd="0" destOrd="0" presId="urn:microsoft.com/office/officeart/2005/8/layout/chevron2"/>
    <dgm:cxn modelId="{D9665748-C393-434B-ABCE-0F42B4513FBA}" srcId="{681B30B5-3D76-4EC1-8CDF-C645365DC13C}" destId="{AD1535C2-F245-4BE8-AB2F-77FD69A5EEE9}" srcOrd="1" destOrd="0" parTransId="{E92E8257-0EAC-486A-A1B4-955529A2F80D}" sibTransId="{AB0C647A-A811-48EF-AF67-908A2425E61C}"/>
    <dgm:cxn modelId="{32FEEA7C-913E-4189-AC87-FE505947928E}" type="presOf" srcId="{3A63BF8A-8142-4725-8ED3-CC43F6A0BF92}" destId="{7E1F35D7-935F-4B28-A048-27C40533CCD0}" srcOrd="0" destOrd="0" presId="urn:microsoft.com/office/officeart/2005/8/layout/chevron2"/>
    <dgm:cxn modelId="{3B9BC27F-F126-45E5-B341-2670D47E91ED}" srcId="{8F875F9A-310E-45D4-9BBD-9BE4439105B1}" destId="{681B30B5-3D76-4EC1-8CDF-C645365DC13C}" srcOrd="0" destOrd="0" parTransId="{E1966F1B-7418-4BB7-963A-EFAADD61B14E}" sibTransId="{9E2A63A1-43EF-40B1-8EA8-15657EAA333C}"/>
    <dgm:cxn modelId="{147139BA-60CA-403E-8BA7-52822CE6749A}" srcId="{681B30B5-3D76-4EC1-8CDF-C645365DC13C}" destId="{3A63BF8A-8142-4725-8ED3-CC43F6A0BF92}" srcOrd="0" destOrd="0" parTransId="{1B528B8A-68F7-4829-A57C-AB09AFBD389C}" sibTransId="{1BD84D01-752C-45D3-8204-7BF06AD2BDE6}"/>
    <dgm:cxn modelId="{FE0B775A-CF85-4465-91AD-8EE0874EABBB}" type="presParOf" srcId="{9A47BC91-EB04-4D30-87A7-BEE40EC63133}" destId="{CA8E54F5-3C20-4BEA-B9CE-0A62661B69C4}" srcOrd="0" destOrd="0" presId="urn:microsoft.com/office/officeart/2005/8/layout/chevron2"/>
    <dgm:cxn modelId="{1C11524A-8D40-49C7-AFA5-E801D866847D}" type="presParOf" srcId="{CA8E54F5-3C20-4BEA-B9CE-0A62661B69C4}" destId="{3C396D00-182C-427E-8273-3618560ED04D}" srcOrd="0" destOrd="0" presId="urn:microsoft.com/office/officeart/2005/8/layout/chevron2"/>
    <dgm:cxn modelId="{28E18B78-31AD-4974-A9EE-E3FF6B5F2554}" type="presParOf" srcId="{CA8E54F5-3C20-4BEA-B9CE-0A62661B69C4}" destId="{7E1F35D7-935F-4B28-A048-27C40533CCD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8F875F9A-310E-45D4-9BBD-9BE4439105B1}" type="doc">
      <dgm:prSet loTypeId="urn:microsoft.com/office/officeart/2005/8/layout/chevron2" loCatId="list" qsTypeId="urn:microsoft.com/office/officeart/2005/8/quickstyle/simple1" qsCatId="simple" csTypeId="urn:microsoft.com/office/officeart/2005/8/colors/colorful4" csCatId="colorful" phldr="1"/>
      <dgm:spPr/>
      <dgm:t>
        <a:bodyPr/>
        <a:lstStyle/>
        <a:p>
          <a:endParaRPr lang="en-US"/>
        </a:p>
      </dgm:t>
    </dgm:pt>
    <dgm:pt modelId="{681B30B5-3D76-4EC1-8CDF-C645365DC13C}">
      <dgm:prSet custT="1"/>
      <dgm:spPr/>
      <dgm:t>
        <a:bodyPr/>
        <a:lstStyle/>
        <a:p>
          <a:r>
            <a:rPr lang="en-US" sz="2800" dirty="0">
              <a:latin typeface="Arial Narrow" panose="020B0606020202030204" pitchFamily="34" charset="0"/>
            </a:rPr>
            <a:t>3</a:t>
          </a:r>
          <a:r>
            <a:rPr lang="en-US" sz="2400" dirty="0">
              <a:latin typeface="Arial Narrow" panose="020B0606020202030204" pitchFamily="34" charset="0"/>
            </a:rPr>
            <a:t> </a:t>
          </a:r>
        </a:p>
      </dgm:t>
    </dgm:pt>
    <dgm:pt modelId="{E1966F1B-7418-4BB7-963A-EFAADD61B14E}" type="parTrans" cxnId="{3B9BC27F-F126-45E5-B341-2670D47E91ED}">
      <dgm:prSet/>
      <dgm:spPr/>
      <dgm:t>
        <a:bodyPr/>
        <a:lstStyle/>
        <a:p>
          <a:endParaRPr lang="en-US"/>
        </a:p>
      </dgm:t>
    </dgm:pt>
    <dgm:pt modelId="{9E2A63A1-43EF-40B1-8EA8-15657EAA333C}" type="sibTrans" cxnId="{3B9BC27F-F126-45E5-B341-2670D47E91ED}">
      <dgm:prSet/>
      <dgm:spPr/>
      <dgm:t>
        <a:bodyPr/>
        <a:lstStyle/>
        <a:p>
          <a:endParaRPr lang="en-US"/>
        </a:p>
      </dgm:t>
    </dgm:pt>
    <dgm:pt modelId="{3A63BF8A-8142-4725-8ED3-CC43F6A0BF92}">
      <dgm:prSet custT="1"/>
      <dgm:spPr/>
      <dgm:t>
        <a:bodyPr/>
        <a:lstStyle/>
        <a:p>
          <a:r>
            <a:rPr lang="en-US" sz="1800" i="0" dirty="0">
              <a:latin typeface="Arial Narrow" panose="020B0606020202030204" pitchFamily="34" charset="0"/>
            </a:rPr>
            <a:t>Achieved Results</a:t>
          </a:r>
        </a:p>
      </dgm:t>
    </dgm:pt>
    <dgm:pt modelId="{1B528B8A-68F7-4829-A57C-AB09AFBD389C}" type="parTrans" cxnId="{147139BA-60CA-403E-8BA7-52822CE6749A}">
      <dgm:prSet/>
      <dgm:spPr/>
      <dgm:t>
        <a:bodyPr/>
        <a:lstStyle/>
        <a:p>
          <a:endParaRPr lang="en-US"/>
        </a:p>
      </dgm:t>
    </dgm:pt>
    <dgm:pt modelId="{1BD84D01-752C-45D3-8204-7BF06AD2BDE6}" type="sibTrans" cxnId="{147139BA-60CA-403E-8BA7-52822CE6749A}">
      <dgm:prSet/>
      <dgm:spPr/>
      <dgm:t>
        <a:bodyPr/>
        <a:lstStyle/>
        <a:p>
          <a:endParaRPr lang="en-US"/>
        </a:p>
      </dgm:t>
    </dgm:pt>
    <dgm:pt modelId="{AD1535C2-F245-4BE8-AB2F-77FD69A5EEE9}">
      <dgm:prSet custT="1"/>
      <dgm:spPr/>
      <dgm:t>
        <a:bodyPr/>
        <a:lstStyle/>
        <a:p>
          <a:r>
            <a:rPr lang="en-US" sz="1800" i="0" dirty="0" err="1">
              <a:solidFill>
                <a:schemeClr val="accent1"/>
              </a:solidFill>
              <a:latin typeface="Arial Narrow" panose="020B0606020202030204" pitchFamily="34" charset="0"/>
            </a:rPr>
            <a:t>Kết</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quả</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đạt</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được</a:t>
          </a:r>
          <a:endParaRPr lang="en-US" sz="1800" i="0" dirty="0">
            <a:solidFill>
              <a:schemeClr val="accent1"/>
            </a:solidFill>
            <a:latin typeface="Arial Narrow" panose="020B0606020202030204" pitchFamily="34" charset="0"/>
          </a:endParaRPr>
        </a:p>
      </dgm:t>
    </dgm:pt>
    <dgm:pt modelId="{E92E8257-0EAC-486A-A1B4-955529A2F80D}" type="parTrans" cxnId="{D9665748-C393-434B-ABCE-0F42B4513FBA}">
      <dgm:prSet/>
      <dgm:spPr/>
      <dgm:t>
        <a:bodyPr/>
        <a:lstStyle/>
        <a:p>
          <a:endParaRPr lang="en-US"/>
        </a:p>
      </dgm:t>
    </dgm:pt>
    <dgm:pt modelId="{AB0C647A-A811-48EF-AF67-908A2425E61C}" type="sibTrans" cxnId="{D9665748-C393-434B-ABCE-0F42B4513FBA}">
      <dgm:prSet/>
      <dgm:spPr/>
      <dgm:t>
        <a:bodyPr/>
        <a:lstStyle/>
        <a:p>
          <a:endParaRPr lang="en-US"/>
        </a:p>
      </dgm:t>
    </dgm:pt>
    <dgm:pt modelId="{9A47BC91-EB04-4D30-87A7-BEE40EC63133}" type="pres">
      <dgm:prSet presAssocID="{8F875F9A-310E-45D4-9BBD-9BE4439105B1}" presName="linearFlow" presStyleCnt="0">
        <dgm:presLayoutVars>
          <dgm:dir/>
          <dgm:animLvl val="lvl"/>
          <dgm:resizeHandles val="exact"/>
        </dgm:presLayoutVars>
      </dgm:prSet>
      <dgm:spPr/>
    </dgm:pt>
    <dgm:pt modelId="{CA8E54F5-3C20-4BEA-B9CE-0A62661B69C4}" type="pres">
      <dgm:prSet presAssocID="{681B30B5-3D76-4EC1-8CDF-C645365DC13C}" presName="composite" presStyleCnt="0"/>
      <dgm:spPr/>
    </dgm:pt>
    <dgm:pt modelId="{3C396D00-182C-427E-8273-3618560ED04D}" type="pres">
      <dgm:prSet presAssocID="{681B30B5-3D76-4EC1-8CDF-C645365DC13C}" presName="parentText" presStyleLbl="alignNode1" presStyleIdx="0" presStyleCnt="1">
        <dgm:presLayoutVars>
          <dgm:chMax val="1"/>
          <dgm:bulletEnabled val="1"/>
        </dgm:presLayoutVars>
      </dgm:prSet>
      <dgm:spPr/>
    </dgm:pt>
    <dgm:pt modelId="{7E1F35D7-935F-4B28-A048-27C40533CCD0}" type="pres">
      <dgm:prSet presAssocID="{681B30B5-3D76-4EC1-8CDF-C645365DC13C}" presName="descendantText" presStyleLbl="alignAcc1" presStyleIdx="0" presStyleCnt="1">
        <dgm:presLayoutVars>
          <dgm:bulletEnabled val="1"/>
        </dgm:presLayoutVars>
      </dgm:prSet>
      <dgm:spPr/>
    </dgm:pt>
  </dgm:ptLst>
  <dgm:cxnLst>
    <dgm:cxn modelId="{CAC1D51B-E3A1-48D1-BB1B-BC58DF59BEFC}" type="presOf" srcId="{AD1535C2-F245-4BE8-AB2F-77FD69A5EEE9}" destId="{7E1F35D7-935F-4B28-A048-27C40533CCD0}" srcOrd="0" destOrd="1" presId="urn:microsoft.com/office/officeart/2005/8/layout/chevron2"/>
    <dgm:cxn modelId="{E207B336-7F9E-4ECC-B8D3-BB5EADAD6197}" type="presOf" srcId="{8F875F9A-310E-45D4-9BBD-9BE4439105B1}" destId="{9A47BC91-EB04-4D30-87A7-BEE40EC63133}" srcOrd="0" destOrd="0" presId="urn:microsoft.com/office/officeart/2005/8/layout/chevron2"/>
    <dgm:cxn modelId="{9807FC67-422C-4976-AAF5-C8F286634410}" type="presOf" srcId="{681B30B5-3D76-4EC1-8CDF-C645365DC13C}" destId="{3C396D00-182C-427E-8273-3618560ED04D}" srcOrd="0" destOrd="0" presId="urn:microsoft.com/office/officeart/2005/8/layout/chevron2"/>
    <dgm:cxn modelId="{D9665748-C393-434B-ABCE-0F42B4513FBA}" srcId="{681B30B5-3D76-4EC1-8CDF-C645365DC13C}" destId="{AD1535C2-F245-4BE8-AB2F-77FD69A5EEE9}" srcOrd="1" destOrd="0" parTransId="{E92E8257-0EAC-486A-A1B4-955529A2F80D}" sibTransId="{AB0C647A-A811-48EF-AF67-908A2425E61C}"/>
    <dgm:cxn modelId="{32FEEA7C-913E-4189-AC87-FE505947928E}" type="presOf" srcId="{3A63BF8A-8142-4725-8ED3-CC43F6A0BF92}" destId="{7E1F35D7-935F-4B28-A048-27C40533CCD0}" srcOrd="0" destOrd="0" presId="urn:microsoft.com/office/officeart/2005/8/layout/chevron2"/>
    <dgm:cxn modelId="{3B9BC27F-F126-45E5-B341-2670D47E91ED}" srcId="{8F875F9A-310E-45D4-9BBD-9BE4439105B1}" destId="{681B30B5-3D76-4EC1-8CDF-C645365DC13C}" srcOrd="0" destOrd="0" parTransId="{E1966F1B-7418-4BB7-963A-EFAADD61B14E}" sibTransId="{9E2A63A1-43EF-40B1-8EA8-15657EAA333C}"/>
    <dgm:cxn modelId="{147139BA-60CA-403E-8BA7-52822CE6749A}" srcId="{681B30B5-3D76-4EC1-8CDF-C645365DC13C}" destId="{3A63BF8A-8142-4725-8ED3-CC43F6A0BF92}" srcOrd="0" destOrd="0" parTransId="{1B528B8A-68F7-4829-A57C-AB09AFBD389C}" sibTransId="{1BD84D01-752C-45D3-8204-7BF06AD2BDE6}"/>
    <dgm:cxn modelId="{FE0B775A-CF85-4465-91AD-8EE0874EABBB}" type="presParOf" srcId="{9A47BC91-EB04-4D30-87A7-BEE40EC63133}" destId="{CA8E54F5-3C20-4BEA-B9CE-0A62661B69C4}" srcOrd="0" destOrd="0" presId="urn:microsoft.com/office/officeart/2005/8/layout/chevron2"/>
    <dgm:cxn modelId="{1C11524A-8D40-49C7-AFA5-E801D866847D}" type="presParOf" srcId="{CA8E54F5-3C20-4BEA-B9CE-0A62661B69C4}" destId="{3C396D00-182C-427E-8273-3618560ED04D}" srcOrd="0" destOrd="0" presId="urn:microsoft.com/office/officeart/2005/8/layout/chevron2"/>
    <dgm:cxn modelId="{28E18B78-31AD-4974-A9EE-E3FF6B5F2554}" type="presParOf" srcId="{CA8E54F5-3C20-4BEA-B9CE-0A62661B69C4}" destId="{7E1F35D7-935F-4B28-A048-27C40533CCD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8F875F9A-310E-45D4-9BBD-9BE4439105B1}" type="doc">
      <dgm:prSet loTypeId="urn:microsoft.com/office/officeart/2005/8/layout/chevron2" loCatId="list" qsTypeId="urn:microsoft.com/office/officeart/2005/8/quickstyle/simple1" qsCatId="simple" csTypeId="urn:microsoft.com/office/officeart/2005/8/colors/colorful4" csCatId="colorful" phldr="1"/>
      <dgm:spPr/>
      <dgm:t>
        <a:bodyPr/>
        <a:lstStyle/>
        <a:p>
          <a:endParaRPr lang="en-US"/>
        </a:p>
      </dgm:t>
    </dgm:pt>
    <dgm:pt modelId="{B9206228-1A01-4219-B02C-E88E806DE6A0}">
      <dgm:prSet custT="1"/>
      <dgm:spPr/>
      <dgm:t>
        <a:bodyPr/>
        <a:lstStyle/>
        <a:p>
          <a:r>
            <a:rPr lang="en-US" sz="2800" dirty="0"/>
            <a:t>3</a:t>
          </a:r>
        </a:p>
      </dgm:t>
    </dgm:pt>
    <dgm:pt modelId="{41E1E7F4-3D05-4314-A313-1F4AA68E54F2}" type="parTrans" cxnId="{D19C79CF-E6CA-4A33-ABAC-E1022E99C743}">
      <dgm:prSet/>
      <dgm:spPr/>
      <dgm:t>
        <a:bodyPr/>
        <a:lstStyle/>
        <a:p>
          <a:endParaRPr lang="en-US"/>
        </a:p>
      </dgm:t>
    </dgm:pt>
    <dgm:pt modelId="{1FA48277-2049-4625-97C5-BF07EEF9761F}" type="sibTrans" cxnId="{D19C79CF-E6CA-4A33-ABAC-E1022E99C743}">
      <dgm:prSet/>
      <dgm:spPr/>
      <dgm:t>
        <a:bodyPr/>
        <a:lstStyle/>
        <a:p>
          <a:endParaRPr lang="en-US"/>
        </a:p>
      </dgm:t>
    </dgm:pt>
    <dgm:pt modelId="{156D2DBE-CD57-47A8-A782-024F33181770}">
      <dgm:prSet custT="1"/>
      <dgm:spPr/>
      <dgm:t>
        <a:bodyPr/>
        <a:lstStyle/>
        <a:p>
          <a:r>
            <a:rPr lang="en-US" sz="1800" i="0" dirty="0">
              <a:latin typeface="Arial Narrow" panose="020B0606020202030204" pitchFamily="34" charset="0"/>
            </a:rPr>
            <a:t>Planned Work</a:t>
          </a:r>
          <a:endParaRPr lang="en-US" sz="1800" i="0" dirty="0"/>
        </a:p>
      </dgm:t>
    </dgm:pt>
    <dgm:pt modelId="{3CB4A431-0AD9-48B9-BC88-0B9F546EEA5B}" type="parTrans" cxnId="{62F54425-2496-4C83-8AFC-6BA891050617}">
      <dgm:prSet/>
      <dgm:spPr/>
      <dgm:t>
        <a:bodyPr/>
        <a:lstStyle/>
        <a:p>
          <a:endParaRPr lang="en-US"/>
        </a:p>
      </dgm:t>
    </dgm:pt>
    <dgm:pt modelId="{993D7CE9-06BC-41D9-BA20-41A3B7FF5F44}" type="sibTrans" cxnId="{62F54425-2496-4C83-8AFC-6BA891050617}">
      <dgm:prSet/>
      <dgm:spPr/>
      <dgm:t>
        <a:bodyPr/>
        <a:lstStyle/>
        <a:p>
          <a:endParaRPr lang="en-US"/>
        </a:p>
      </dgm:t>
    </dgm:pt>
    <dgm:pt modelId="{6036C5AD-F746-4CE8-AA43-E5CB14D40ED6}">
      <dgm:prSet custT="1"/>
      <dgm:spPr/>
      <dgm:t>
        <a:bodyPr/>
        <a:lstStyle/>
        <a:p>
          <a:r>
            <a:rPr lang="en-US" sz="1800" i="0" dirty="0" err="1">
              <a:solidFill>
                <a:schemeClr val="accent1"/>
              </a:solidFill>
              <a:latin typeface="Arial Narrow" panose="020B0606020202030204" pitchFamily="34" charset="0"/>
            </a:rPr>
            <a:t>Kế</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hoạch</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tiếp</a:t>
          </a:r>
          <a:r>
            <a:rPr lang="en-US" sz="1800" i="0" dirty="0">
              <a:solidFill>
                <a:schemeClr val="accent1"/>
              </a:solidFill>
              <a:latin typeface="Arial Narrow" panose="020B0606020202030204" pitchFamily="34" charset="0"/>
            </a:rPr>
            <a:t> </a:t>
          </a:r>
          <a:r>
            <a:rPr lang="en-US" sz="1800" i="0" dirty="0" err="1">
              <a:solidFill>
                <a:schemeClr val="accent1"/>
              </a:solidFill>
              <a:latin typeface="Arial Narrow" panose="020B0606020202030204" pitchFamily="34" charset="0"/>
            </a:rPr>
            <a:t>theo</a:t>
          </a:r>
          <a:endParaRPr lang="en-US" sz="1800" i="0" dirty="0">
            <a:solidFill>
              <a:schemeClr val="accent1"/>
            </a:solidFill>
            <a:latin typeface="Arial Narrow" panose="020B0606020202030204" pitchFamily="34" charset="0"/>
          </a:endParaRPr>
        </a:p>
      </dgm:t>
    </dgm:pt>
    <dgm:pt modelId="{65B0A2A9-A28A-4D42-85D6-627E67FC5EE3}" type="parTrans" cxnId="{FD147766-4910-4E02-8A11-D2C43A26CD7B}">
      <dgm:prSet/>
      <dgm:spPr/>
      <dgm:t>
        <a:bodyPr/>
        <a:lstStyle/>
        <a:p>
          <a:endParaRPr lang="en-US"/>
        </a:p>
      </dgm:t>
    </dgm:pt>
    <dgm:pt modelId="{D031DC92-98D5-4B09-9996-FA7D846D69A0}" type="sibTrans" cxnId="{FD147766-4910-4E02-8A11-D2C43A26CD7B}">
      <dgm:prSet/>
      <dgm:spPr/>
      <dgm:t>
        <a:bodyPr/>
        <a:lstStyle/>
        <a:p>
          <a:endParaRPr lang="en-US"/>
        </a:p>
      </dgm:t>
    </dgm:pt>
    <dgm:pt modelId="{9A47BC91-EB04-4D30-87A7-BEE40EC63133}" type="pres">
      <dgm:prSet presAssocID="{8F875F9A-310E-45D4-9BBD-9BE4439105B1}" presName="linearFlow" presStyleCnt="0">
        <dgm:presLayoutVars>
          <dgm:dir/>
          <dgm:animLvl val="lvl"/>
          <dgm:resizeHandles val="exact"/>
        </dgm:presLayoutVars>
      </dgm:prSet>
      <dgm:spPr/>
    </dgm:pt>
    <dgm:pt modelId="{98E758E0-21E2-40B9-999F-8537EF66E21E}" type="pres">
      <dgm:prSet presAssocID="{B9206228-1A01-4219-B02C-E88E806DE6A0}" presName="composite" presStyleCnt="0"/>
      <dgm:spPr/>
    </dgm:pt>
    <dgm:pt modelId="{7BD0CC29-C7F9-4FB6-9FA3-128ADE95EDB5}" type="pres">
      <dgm:prSet presAssocID="{B9206228-1A01-4219-B02C-E88E806DE6A0}" presName="parentText" presStyleLbl="alignNode1" presStyleIdx="0" presStyleCnt="1">
        <dgm:presLayoutVars>
          <dgm:chMax val="1"/>
          <dgm:bulletEnabled val="1"/>
        </dgm:presLayoutVars>
      </dgm:prSet>
      <dgm:spPr/>
    </dgm:pt>
    <dgm:pt modelId="{C116E175-78F5-4B85-AD31-E9D8DE43CD0C}" type="pres">
      <dgm:prSet presAssocID="{B9206228-1A01-4219-B02C-E88E806DE6A0}" presName="descendantText" presStyleLbl="alignAcc1" presStyleIdx="0" presStyleCnt="1">
        <dgm:presLayoutVars>
          <dgm:bulletEnabled val="1"/>
        </dgm:presLayoutVars>
      </dgm:prSet>
      <dgm:spPr/>
    </dgm:pt>
  </dgm:ptLst>
  <dgm:cxnLst>
    <dgm:cxn modelId="{62F54425-2496-4C83-8AFC-6BA891050617}" srcId="{B9206228-1A01-4219-B02C-E88E806DE6A0}" destId="{156D2DBE-CD57-47A8-A782-024F33181770}" srcOrd="0" destOrd="0" parTransId="{3CB4A431-0AD9-48B9-BC88-0B9F546EEA5B}" sibTransId="{993D7CE9-06BC-41D9-BA20-41A3B7FF5F44}"/>
    <dgm:cxn modelId="{E207B336-7F9E-4ECC-B8D3-BB5EADAD6197}" type="presOf" srcId="{8F875F9A-310E-45D4-9BBD-9BE4439105B1}" destId="{9A47BC91-EB04-4D30-87A7-BEE40EC63133}" srcOrd="0" destOrd="0" presId="urn:microsoft.com/office/officeart/2005/8/layout/chevron2"/>
    <dgm:cxn modelId="{FD147766-4910-4E02-8A11-D2C43A26CD7B}" srcId="{B9206228-1A01-4219-B02C-E88E806DE6A0}" destId="{6036C5AD-F746-4CE8-AA43-E5CB14D40ED6}" srcOrd="1" destOrd="0" parTransId="{65B0A2A9-A28A-4D42-85D6-627E67FC5EE3}" sibTransId="{D031DC92-98D5-4B09-9996-FA7D846D69A0}"/>
    <dgm:cxn modelId="{7F4F8A98-F335-4D12-996F-6F222E128650}" type="presOf" srcId="{6036C5AD-F746-4CE8-AA43-E5CB14D40ED6}" destId="{C116E175-78F5-4B85-AD31-E9D8DE43CD0C}" srcOrd="0" destOrd="1" presId="urn:microsoft.com/office/officeart/2005/8/layout/chevron2"/>
    <dgm:cxn modelId="{60D5A4B3-7D60-4033-9CB2-47168036088F}" type="presOf" srcId="{156D2DBE-CD57-47A8-A782-024F33181770}" destId="{C116E175-78F5-4B85-AD31-E9D8DE43CD0C}" srcOrd="0" destOrd="0" presId="urn:microsoft.com/office/officeart/2005/8/layout/chevron2"/>
    <dgm:cxn modelId="{D19C79CF-E6CA-4A33-ABAC-E1022E99C743}" srcId="{8F875F9A-310E-45D4-9BBD-9BE4439105B1}" destId="{B9206228-1A01-4219-B02C-E88E806DE6A0}" srcOrd="0" destOrd="0" parTransId="{41E1E7F4-3D05-4314-A313-1F4AA68E54F2}" sibTransId="{1FA48277-2049-4625-97C5-BF07EEF9761F}"/>
    <dgm:cxn modelId="{79FFD5F3-4EC5-4CD4-8E1A-D05DC4CE9CDC}" type="presOf" srcId="{B9206228-1A01-4219-B02C-E88E806DE6A0}" destId="{7BD0CC29-C7F9-4FB6-9FA3-128ADE95EDB5}" srcOrd="0" destOrd="0" presId="urn:microsoft.com/office/officeart/2005/8/layout/chevron2"/>
    <dgm:cxn modelId="{0AB64629-7666-4E52-8E33-2E9654175A95}" type="presParOf" srcId="{9A47BC91-EB04-4D30-87A7-BEE40EC63133}" destId="{98E758E0-21E2-40B9-999F-8537EF66E21E}" srcOrd="0" destOrd="0" presId="urn:microsoft.com/office/officeart/2005/8/layout/chevron2"/>
    <dgm:cxn modelId="{BA1FC5FB-60F5-4575-95EF-DCFD758D9498}" type="presParOf" srcId="{98E758E0-21E2-40B9-999F-8537EF66E21E}" destId="{7BD0CC29-C7F9-4FB6-9FA3-128ADE95EDB5}" srcOrd="0" destOrd="0" presId="urn:microsoft.com/office/officeart/2005/8/layout/chevron2"/>
    <dgm:cxn modelId="{BE111680-EBFC-45F9-AC71-DCE89624A437}" type="presParOf" srcId="{98E758E0-21E2-40B9-999F-8537EF66E21E}" destId="{C116E175-78F5-4B85-AD31-E9D8DE43CD0C}"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F2D3D3-2678-46EC-8BCB-98F31BB0C578}">
      <dsp:nvSpPr>
        <dsp:cNvPr id="0" name=""/>
        <dsp:cNvSpPr/>
      </dsp:nvSpPr>
      <dsp:spPr>
        <a:xfrm rot="5400000">
          <a:off x="-223005" y="223872"/>
          <a:ext cx="1486706" cy="1040694"/>
        </a:xfrm>
        <a:prstGeom prst="chevron">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Arial Narrow" panose="020B0606020202030204" pitchFamily="34" charset="0"/>
            </a:rPr>
            <a:t>1</a:t>
          </a:r>
          <a:endParaRPr lang="en-US" sz="2800" kern="1200" dirty="0">
            <a:latin typeface="Arial Narrow" panose="020B0606020202030204" pitchFamily="34" charset="0"/>
          </a:endParaRPr>
        </a:p>
      </dsp:txBody>
      <dsp:txXfrm rot="-5400000">
        <a:off x="1" y="521213"/>
        <a:ext cx="1040694" cy="446012"/>
      </dsp:txXfrm>
    </dsp:sp>
    <dsp:sp modelId="{30C28D05-ACF7-44F8-910B-07E9F813BADB}">
      <dsp:nvSpPr>
        <dsp:cNvPr id="0" name=""/>
        <dsp:cNvSpPr/>
      </dsp:nvSpPr>
      <dsp:spPr>
        <a:xfrm rot="5400000">
          <a:off x="3602906" y="-2561345"/>
          <a:ext cx="966359" cy="6090783"/>
        </a:xfrm>
        <a:prstGeom prst="round2Same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latin typeface="Arial Narrow" panose="020B0606020202030204" pitchFamily="34" charset="0"/>
            </a:rPr>
            <a:t>Design Objectives</a:t>
          </a:r>
        </a:p>
        <a:p>
          <a:pPr marL="171450" lvl="1" indent="-171450" algn="l" defTabSz="800100">
            <a:lnSpc>
              <a:spcPct val="90000"/>
            </a:lnSpc>
            <a:spcBef>
              <a:spcPct val="0"/>
            </a:spcBef>
            <a:spcAft>
              <a:spcPct val="15000"/>
            </a:spcAft>
            <a:buChar char="•"/>
          </a:pPr>
          <a:r>
            <a:rPr lang="en-US" sz="1800" i="0" kern="1200" dirty="0" err="1">
              <a:solidFill>
                <a:schemeClr val="accent1"/>
              </a:solidFill>
              <a:latin typeface="Arial Narrow" panose="020B0606020202030204" pitchFamily="34" charset="0"/>
            </a:rPr>
            <a:t>Mục</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tiêu</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thiết</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kế</a:t>
          </a:r>
          <a:endParaRPr lang="en-US" sz="1800" i="0" kern="1200" dirty="0"/>
        </a:p>
      </dsp:txBody>
      <dsp:txXfrm rot="-5400000">
        <a:off x="1040694" y="48041"/>
        <a:ext cx="6043609" cy="872011"/>
      </dsp:txXfrm>
    </dsp:sp>
    <dsp:sp modelId="{6701A474-0ADD-45DE-A8F7-75135A98A242}">
      <dsp:nvSpPr>
        <dsp:cNvPr id="0" name=""/>
        <dsp:cNvSpPr/>
      </dsp:nvSpPr>
      <dsp:spPr>
        <a:xfrm rot="5400000">
          <a:off x="-223005" y="1514930"/>
          <a:ext cx="1486706" cy="1040694"/>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Arial Narrow" panose="020B0606020202030204" pitchFamily="34" charset="0"/>
            </a:rPr>
            <a:t>2</a:t>
          </a:r>
          <a:endParaRPr lang="en-US" sz="2800" kern="1200" dirty="0">
            <a:latin typeface="Arial Narrow" panose="020B0606020202030204" pitchFamily="34" charset="0"/>
          </a:endParaRPr>
        </a:p>
      </dsp:txBody>
      <dsp:txXfrm rot="-5400000">
        <a:off x="1" y="1812271"/>
        <a:ext cx="1040694" cy="446012"/>
      </dsp:txXfrm>
    </dsp:sp>
    <dsp:sp modelId="{09BCDB7B-F099-4E8F-8203-9CD59C4677FA}">
      <dsp:nvSpPr>
        <dsp:cNvPr id="0" name=""/>
        <dsp:cNvSpPr/>
      </dsp:nvSpPr>
      <dsp:spPr>
        <a:xfrm rot="5400000">
          <a:off x="3602906" y="-1226676"/>
          <a:ext cx="966359" cy="6090783"/>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i="0" kern="1200" dirty="0">
              <a:latin typeface="Arial Narrow" panose="020B0606020202030204" pitchFamily="34" charset="0"/>
            </a:rPr>
            <a:t>Design </a:t>
          </a:r>
          <a:r>
            <a:rPr lang="en-US" sz="1800" b="0" i="0" kern="1200" dirty="0"/>
            <a:t>implementation</a:t>
          </a:r>
          <a:endParaRPr lang="en-US" sz="1800" kern="1200" dirty="0">
            <a:latin typeface="Arial Narrow" panose="020B0606020202030204" pitchFamily="34" charset="0"/>
          </a:endParaRPr>
        </a:p>
        <a:p>
          <a:pPr marL="171450" lvl="1" indent="-171450" algn="l" defTabSz="800100">
            <a:lnSpc>
              <a:spcPct val="90000"/>
            </a:lnSpc>
            <a:spcBef>
              <a:spcPct val="0"/>
            </a:spcBef>
            <a:spcAft>
              <a:spcPct val="15000"/>
            </a:spcAft>
            <a:buChar char="•"/>
          </a:pPr>
          <a:r>
            <a:rPr lang="en-US" sz="1800" i="0" kern="1200" dirty="0" err="1">
              <a:solidFill>
                <a:schemeClr val="accent1"/>
              </a:solidFill>
              <a:latin typeface="Arial Narrow" panose="020B0606020202030204" pitchFamily="34" charset="0"/>
            </a:rPr>
            <a:t>Triển</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khai</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thiết</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kế</a:t>
          </a:r>
          <a:endParaRPr lang="vi-VN" sz="1800" i="0" kern="1200" dirty="0">
            <a:solidFill>
              <a:schemeClr val="accent1"/>
            </a:solidFill>
          </a:endParaRPr>
        </a:p>
      </dsp:txBody>
      <dsp:txXfrm rot="-5400000">
        <a:off x="1040694" y="1382710"/>
        <a:ext cx="6043609" cy="872011"/>
      </dsp:txXfrm>
    </dsp:sp>
    <dsp:sp modelId="{7BD0CC29-C7F9-4FB6-9FA3-128ADE95EDB5}">
      <dsp:nvSpPr>
        <dsp:cNvPr id="0" name=""/>
        <dsp:cNvSpPr/>
      </dsp:nvSpPr>
      <dsp:spPr>
        <a:xfrm rot="5400000">
          <a:off x="-223005" y="2805988"/>
          <a:ext cx="1486706" cy="1040694"/>
        </a:xfrm>
        <a:prstGeom prst="chevron">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dirty="0"/>
            <a:t>3</a:t>
          </a:r>
        </a:p>
      </dsp:txBody>
      <dsp:txXfrm rot="-5400000">
        <a:off x="1" y="3103329"/>
        <a:ext cx="1040694" cy="446012"/>
      </dsp:txXfrm>
    </dsp:sp>
    <dsp:sp modelId="{C116E175-78F5-4B85-AD31-E9D8DE43CD0C}">
      <dsp:nvSpPr>
        <dsp:cNvPr id="0" name=""/>
        <dsp:cNvSpPr/>
      </dsp:nvSpPr>
      <dsp:spPr>
        <a:xfrm rot="5400000">
          <a:off x="3602906" y="20770"/>
          <a:ext cx="966359" cy="6090783"/>
        </a:xfrm>
        <a:prstGeom prst="round2Same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latin typeface="Arial Narrow" panose="020B0606020202030204" pitchFamily="34" charset="0"/>
            </a:rPr>
            <a:t>Planned Work</a:t>
          </a:r>
          <a:endParaRPr lang="en-US" sz="1800" kern="1200" dirty="0"/>
        </a:p>
        <a:p>
          <a:pPr marL="171450" lvl="1" indent="-171450" algn="l" defTabSz="800100">
            <a:lnSpc>
              <a:spcPct val="90000"/>
            </a:lnSpc>
            <a:spcBef>
              <a:spcPct val="0"/>
            </a:spcBef>
            <a:spcAft>
              <a:spcPct val="15000"/>
            </a:spcAft>
            <a:buChar char="•"/>
          </a:pPr>
          <a:r>
            <a:rPr lang="en-US" sz="1800" i="0" kern="1200" dirty="0" err="1">
              <a:solidFill>
                <a:schemeClr val="accent1"/>
              </a:solidFill>
              <a:latin typeface="Arial Narrow" panose="020B0606020202030204" pitchFamily="34" charset="0"/>
            </a:rPr>
            <a:t>Kế</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hoạch</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tiếp</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theo</a:t>
          </a:r>
          <a:endParaRPr lang="en-US" sz="1800" i="0" kern="1200" dirty="0">
            <a:solidFill>
              <a:schemeClr val="accent1"/>
            </a:solidFill>
            <a:latin typeface="Arial Narrow" panose="020B0606020202030204" pitchFamily="34" charset="0"/>
          </a:endParaRPr>
        </a:p>
      </dsp:txBody>
      <dsp:txXfrm rot="-5400000">
        <a:off x="1040694" y="2630156"/>
        <a:ext cx="6043609" cy="87201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F2D3D3-2678-46EC-8BCB-98F31BB0C578}">
      <dsp:nvSpPr>
        <dsp:cNvPr id="0" name=""/>
        <dsp:cNvSpPr/>
      </dsp:nvSpPr>
      <dsp:spPr>
        <a:xfrm rot="5400000">
          <a:off x="-149362" y="150336"/>
          <a:ext cx="995752" cy="697026"/>
        </a:xfrm>
        <a:prstGeom prst="chevron">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latin typeface="Arial Narrow" panose="020B0606020202030204" pitchFamily="34" charset="0"/>
            </a:rPr>
            <a:t>1</a:t>
          </a:r>
        </a:p>
      </dsp:txBody>
      <dsp:txXfrm rot="-5400000">
        <a:off x="1" y="349486"/>
        <a:ext cx="697026" cy="298726"/>
      </dsp:txXfrm>
    </dsp:sp>
    <dsp:sp modelId="{30C28D05-ACF7-44F8-910B-07E9F813BADB}">
      <dsp:nvSpPr>
        <dsp:cNvPr id="0" name=""/>
        <dsp:cNvSpPr/>
      </dsp:nvSpPr>
      <dsp:spPr>
        <a:xfrm rot="5400000">
          <a:off x="1544531" y="-846530"/>
          <a:ext cx="647579" cy="2342588"/>
        </a:xfrm>
        <a:prstGeom prst="round2Same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i="0" kern="1200" dirty="0">
              <a:latin typeface="Arial Narrow" panose="020B0606020202030204" pitchFamily="34" charset="0"/>
            </a:rPr>
            <a:t>Design Objectives</a:t>
          </a:r>
        </a:p>
        <a:p>
          <a:pPr marL="171450" lvl="1" indent="-171450" algn="l" defTabSz="800100">
            <a:lnSpc>
              <a:spcPct val="90000"/>
            </a:lnSpc>
            <a:spcBef>
              <a:spcPct val="0"/>
            </a:spcBef>
            <a:spcAft>
              <a:spcPct val="15000"/>
            </a:spcAft>
            <a:buChar char="•"/>
          </a:pPr>
          <a:r>
            <a:rPr lang="en-US" sz="1800" i="0" kern="1200" dirty="0" err="1">
              <a:solidFill>
                <a:schemeClr val="accent1"/>
              </a:solidFill>
              <a:latin typeface="Arial Narrow" panose="020B0606020202030204" pitchFamily="34" charset="0"/>
            </a:rPr>
            <a:t>Mục</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tiêu</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thiết</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kế</a:t>
          </a:r>
          <a:endParaRPr lang="en-US" sz="1800" i="0" kern="1200" dirty="0"/>
        </a:p>
      </dsp:txBody>
      <dsp:txXfrm rot="-5400000">
        <a:off x="697027" y="32586"/>
        <a:ext cx="2310976" cy="58435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F2D3D3-2678-46EC-8BCB-98F31BB0C578}">
      <dsp:nvSpPr>
        <dsp:cNvPr id="0" name=""/>
        <dsp:cNvSpPr/>
      </dsp:nvSpPr>
      <dsp:spPr>
        <a:xfrm rot="5400000">
          <a:off x="-149362" y="150336"/>
          <a:ext cx="995752" cy="697026"/>
        </a:xfrm>
        <a:prstGeom prst="chevron">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latin typeface="Arial Narrow" panose="020B0606020202030204" pitchFamily="34" charset="0"/>
            </a:rPr>
            <a:t>1</a:t>
          </a:r>
        </a:p>
      </dsp:txBody>
      <dsp:txXfrm rot="-5400000">
        <a:off x="1" y="349486"/>
        <a:ext cx="697026" cy="298726"/>
      </dsp:txXfrm>
    </dsp:sp>
    <dsp:sp modelId="{30C28D05-ACF7-44F8-910B-07E9F813BADB}">
      <dsp:nvSpPr>
        <dsp:cNvPr id="0" name=""/>
        <dsp:cNvSpPr/>
      </dsp:nvSpPr>
      <dsp:spPr>
        <a:xfrm rot="5400000">
          <a:off x="1544531" y="-846530"/>
          <a:ext cx="647579" cy="2342588"/>
        </a:xfrm>
        <a:prstGeom prst="round2Same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i="0" kern="1200" dirty="0">
              <a:latin typeface="Arial Narrow" panose="020B0606020202030204" pitchFamily="34" charset="0"/>
            </a:rPr>
            <a:t>Design Objectives</a:t>
          </a:r>
        </a:p>
        <a:p>
          <a:pPr marL="171450" lvl="1" indent="-171450" algn="l" defTabSz="800100">
            <a:lnSpc>
              <a:spcPct val="90000"/>
            </a:lnSpc>
            <a:spcBef>
              <a:spcPct val="0"/>
            </a:spcBef>
            <a:spcAft>
              <a:spcPct val="15000"/>
            </a:spcAft>
            <a:buChar char="•"/>
          </a:pPr>
          <a:r>
            <a:rPr lang="en-US" sz="1800" i="0" kern="1200" dirty="0" err="1">
              <a:solidFill>
                <a:schemeClr val="accent1"/>
              </a:solidFill>
              <a:latin typeface="Arial Narrow" panose="020B0606020202030204" pitchFamily="34" charset="0"/>
            </a:rPr>
            <a:t>Mục</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tiêu</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thiết</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kế</a:t>
          </a:r>
          <a:endParaRPr lang="en-US" sz="1800" i="0" kern="1200" dirty="0"/>
        </a:p>
      </dsp:txBody>
      <dsp:txXfrm rot="-5400000">
        <a:off x="697027" y="32586"/>
        <a:ext cx="2310976" cy="58435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F2D3D3-2678-46EC-8BCB-98F31BB0C578}">
      <dsp:nvSpPr>
        <dsp:cNvPr id="0" name=""/>
        <dsp:cNvSpPr/>
      </dsp:nvSpPr>
      <dsp:spPr>
        <a:xfrm rot="5400000">
          <a:off x="-149362" y="150336"/>
          <a:ext cx="995752" cy="697026"/>
        </a:xfrm>
        <a:prstGeom prst="chevron">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latin typeface="Arial Narrow" panose="020B0606020202030204" pitchFamily="34" charset="0"/>
            </a:rPr>
            <a:t>1</a:t>
          </a:r>
        </a:p>
      </dsp:txBody>
      <dsp:txXfrm rot="-5400000">
        <a:off x="1" y="349486"/>
        <a:ext cx="697026" cy="298726"/>
      </dsp:txXfrm>
    </dsp:sp>
    <dsp:sp modelId="{30C28D05-ACF7-44F8-910B-07E9F813BADB}">
      <dsp:nvSpPr>
        <dsp:cNvPr id="0" name=""/>
        <dsp:cNvSpPr/>
      </dsp:nvSpPr>
      <dsp:spPr>
        <a:xfrm rot="5400000">
          <a:off x="1544531" y="-846530"/>
          <a:ext cx="647579" cy="2342588"/>
        </a:xfrm>
        <a:prstGeom prst="round2Same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i="0" kern="1200" dirty="0">
              <a:latin typeface="Arial Narrow" panose="020B0606020202030204" pitchFamily="34" charset="0"/>
            </a:rPr>
            <a:t>Design Objectives</a:t>
          </a:r>
        </a:p>
        <a:p>
          <a:pPr marL="171450" lvl="1" indent="-171450" algn="l" defTabSz="800100">
            <a:lnSpc>
              <a:spcPct val="90000"/>
            </a:lnSpc>
            <a:spcBef>
              <a:spcPct val="0"/>
            </a:spcBef>
            <a:spcAft>
              <a:spcPct val="15000"/>
            </a:spcAft>
            <a:buChar char="•"/>
          </a:pPr>
          <a:r>
            <a:rPr lang="en-US" sz="1800" i="0" kern="1200" dirty="0" err="1">
              <a:solidFill>
                <a:schemeClr val="accent1"/>
              </a:solidFill>
              <a:latin typeface="Arial Narrow" panose="020B0606020202030204" pitchFamily="34" charset="0"/>
            </a:rPr>
            <a:t>Mục</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tiêu</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thiết</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kế</a:t>
          </a:r>
          <a:endParaRPr lang="en-US" sz="1800" i="0" kern="1200" dirty="0"/>
        </a:p>
      </dsp:txBody>
      <dsp:txXfrm rot="-5400000">
        <a:off x="697027" y="32586"/>
        <a:ext cx="2310976" cy="58435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F2D3D3-2678-46EC-8BCB-98F31BB0C578}">
      <dsp:nvSpPr>
        <dsp:cNvPr id="0" name=""/>
        <dsp:cNvSpPr/>
      </dsp:nvSpPr>
      <dsp:spPr>
        <a:xfrm rot="5400000">
          <a:off x="-149362" y="150336"/>
          <a:ext cx="995752" cy="697026"/>
        </a:xfrm>
        <a:prstGeom prst="chevron">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latin typeface="Arial Narrow" panose="020B0606020202030204" pitchFamily="34" charset="0"/>
            </a:rPr>
            <a:t>1</a:t>
          </a:r>
        </a:p>
      </dsp:txBody>
      <dsp:txXfrm rot="-5400000">
        <a:off x="1" y="349486"/>
        <a:ext cx="697026" cy="298726"/>
      </dsp:txXfrm>
    </dsp:sp>
    <dsp:sp modelId="{30C28D05-ACF7-44F8-910B-07E9F813BADB}">
      <dsp:nvSpPr>
        <dsp:cNvPr id="0" name=""/>
        <dsp:cNvSpPr/>
      </dsp:nvSpPr>
      <dsp:spPr>
        <a:xfrm rot="5400000">
          <a:off x="1544531" y="-846530"/>
          <a:ext cx="647579" cy="2342588"/>
        </a:xfrm>
        <a:prstGeom prst="round2Same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i="0" kern="1200" dirty="0">
              <a:latin typeface="Arial Narrow" panose="020B0606020202030204" pitchFamily="34" charset="0"/>
            </a:rPr>
            <a:t>Design Objectives</a:t>
          </a:r>
        </a:p>
        <a:p>
          <a:pPr marL="171450" lvl="1" indent="-171450" algn="l" defTabSz="800100">
            <a:lnSpc>
              <a:spcPct val="90000"/>
            </a:lnSpc>
            <a:spcBef>
              <a:spcPct val="0"/>
            </a:spcBef>
            <a:spcAft>
              <a:spcPct val="15000"/>
            </a:spcAft>
            <a:buChar char="•"/>
          </a:pPr>
          <a:r>
            <a:rPr lang="en-US" sz="1800" i="0" kern="1200" dirty="0" err="1">
              <a:solidFill>
                <a:schemeClr val="accent1"/>
              </a:solidFill>
              <a:latin typeface="Arial Narrow" panose="020B0606020202030204" pitchFamily="34" charset="0"/>
            </a:rPr>
            <a:t>Mục</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tiêu</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thiết</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kế</a:t>
          </a:r>
          <a:endParaRPr lang="en-US" sz="1800" i="0" kern="1200" dirty="0"/>
        </a:p>
      </dsp:txBody>
      <dsp:txXfrm rot="-5400000">
        <a:off x="697027" y="32586"/>
        <a:ext cx="2310976" cy="58435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F2D3D3-2678-46EC-8BCB-98F31BB0C578}">
      <dsp:nvSpPr>
        <dsp:cNvPr id="0" name=""/>
        <dsp:cNvSpPr/>
      </dsp:nvSpPr>
      <dsp:spPr>
        <a:xfrm rot="5400000">
          <a:off x="-149362" y="150336"/>
          <a:ext cx="995752" cy="697026"/>
        </a:xfrm>
        <a:prstGeom prst="chevron">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latin typeface="Arial Narrow" panose="020B0606020202030204" pitchFamily="34" charset="0"/>
            </a:rPr>
            <a:t>1</a:t>
          </a:r>
        </a:p>
      </dsp:txBody>
      <dsp:txXfrm rot="-5400000">
        <a:off x="1" y="349486"/>
        <a:ext cx="697026" cy="298726"/>
      </dsp:txXfrm>
    </dsp:sp>
    <dsp:sp modelId="{30C28D05-ACF7-44F8-910B-07E9F813BADB}">
      <dsp:nvSpPr>
        <dsp:cNvPr id="0" name=""/>
        <dsp:cNvSpPr/>
      </dsp:nvSpPr>
      <dsp:spPr>
        <a:xfrm rot="5400000">
          <a:off x="1544531" y="-846530"/>
          <a:ext cx="647579" cy="2342588"/>
        </a:xfrm>
        <a:prstGeom prst="round2Same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i="0" kern="1200" dirty="0">
              <a:latin typeface="Arial Narrow" panose="020B0606020202030204" pitchFamily="34" charset="0"/>
            </a:rPr>
            <a:t>Design Objectives</a:t>
          </a:r>
        </a:p>
        <a:p>
          <a:pPr marL="171450" lvl="1" indent="-171450" algn="l" defTabSz="800100">
            <a:lnSpc>
              <a:spcPct val="90000"/>
            </a:lnSpc>
            <a:spcBef>
              <a:spcPct val="0"/>
            </a:spcBef>
            <a:spcAft>
              <a:spcPct val="15000"/>
            </a:spcAft>
            <a:buChar char="•"/>
          </a:pPr>
          <a:r>
            <a:rPr lang="en-US" sz="1800" i="0" kern="1200" dirty="0" err="1">
              <a:solidFill>
                <a:schemeClr val="accent1"/>
              </a:solidFill>
              <a:latin typeface="Arial Narrow" panose="020B0606020202030204" pitchFamily="34" charset="0"/>
            </a:rPr>
            <a:t>Mục</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tiêu</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thiết</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kế</a:t>
          </a:r>
          <a:endParaRPr lang="en-US" sz="1800" i="0" kern="1200" dirty="0"/>
        </a:p>
      </dsp:txBody>
      <dsp:txXfrm rot="-5400000">
        <a:off x="697027" y="32586"/>
        <a:ext cx="2310976" cy="58435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F2D3D3-2678-46EC-8BCB-98F31BB0C578}">
      <dsp:nvSpPr>
        <dsp:cNvPr id="0" name=""/>
        <dsp:cNvSpPr/>
      </dsp:nvSpPr>
      <dsp:spPr>
        <a:xfrm rot="5400000">
          <a:off x="-149362" y="150336"/>
          <a:ext cx="995752" cy="697026"/>
        </a:xfrm>
        <a:prstGeom prst="chevron">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latin typeface="Arial Narrow" panose="020B0606020202030204" pitchFamily="34" charset="0"/>
            </a:rPr>
            <a:t>1</a:t>
          </a:r>
        </a:p>
      </dsp:txBody>
      <dsp:txXfrm rot="-5400000">
        <a:off x="1" y="349486"/>
        <a:ext cx="697026" cy="298726"/>
      </dsp:txXfrm>
    </dsp:sp>
    <dsp:sp modelId="{30C28D05-ACF7-44F8-910B-07E9F813BADB}">
      <dsp:nvSpPr>
        <dsp:cNvPr id="0" name=""/>
        <dsp:cNvSpPr/>
      </dsp:nvSpPr>
      <dsp:spPr>
        <a:xfrm rot="5400000">
          <a:off x="1544531" y="-846530"/>
          <a:ext cx="647579" cy="2342588"/>
        </a:xfrm>
        <a:prstGeom prst="round2Same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i="0" kern="1200" dirty="0">
              <a:latin typeface="Arial Narrow" panose="020B0606020202030204" pitchFamily="34" charset="0"/>
            </a:rPr>
            <a:t>Design Objectives</a:t>
          </a:r>
        </a:p>
        <a:p>
          <a:pPr marL="171450" lvl="1" indent="-171450" algn="l" defTabSz="800100">
            <a:lnSpc>
              <a:spcPct val="90000"/>
            </a:lnSpc>
            <a:spcBef>
              <a:spcPct val="0"/>
            </a:spcBef>
            <a:spcAft>
              <a:spcPct val="15000"/>
            </a:spcAft>
            <a:buChar char="•"/>
          </a:pPr>
          <a:r>
            <a:rPr lang="en-US" sz="1800" i="0" kern="1200" dirty="0" err="1">
              <a:solidFill>
                <a:schemeClr val="accent1"/>
              </a:solidFill>
              <a:latin typeface="Arial Narrow" panose="020B0606020202030204" pitchFamily="34" charset="0"/>
            </a:rPr>
            <a:t>Mục</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tiêu</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thiết</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kế</a:t>
          </a:r>
          <a:endParaRPr lang="en-US" sz="1800" i="0" kern="1200" dirty="0"/>
        </a:p>
      </dsp:txBody>
      <dsp:txXfrm rot="-5400000">
        <a:off x="697027" y="32586"/>
        <a:ext cx="2310976" cy="584355"/>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F2D3D3-2678-46EC-8BCB-98F31BB0C578}">
      <dsp:nvSpPr>
        <dsp:cNvPr id="0" name=""/>
        <dsp:cNvSpPr/>
      </dsp:nvSpPr>
      <dsp:spPr>
        <a:xfrm rot="5400000">
          <a:off x="-149362" y="150336"/>
          <a:ext cx="995752" cy="697026"/>
        </a:xfrm>
        <a:prstGeom prst="chevron">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latin typeface="Arial Narrow" panose="020B0606020202030204" pitchFamily="34" charset="0"/>
            </a:rPr>
            <a:t>1</a:t>
          </a:r>
        </a:p>
      </dsp:txBody>
      <dsp:txXfrm rot="-5400000">
        <a:off x="1" y="349486"/>
        <a:ext cx="697026" cy="298726"/>
      </dsp:txXfrm>
    </dsp:sp>
    <dsp:sp modelId="{30C28D05-ACF7-44F8-910B-07E9F813BADB}">
      <dsp:nvSpPr>
        <dsp:cNvPr id="0" name=""/>
        <dsp:cNvSpPr/>
      </dsp:nvSpPr>
      <dsp:spPr>
        <a:xfrm rot="5400000">
          <a:off x="1544531" y="-846530"/>
          <a:ext cx="647579" cy="2342588"/>
        </a:xfrm>
        <a:prstGeom prst="round2Same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i="0" kern="1200" dirty="0">
              <a:latin typeface="Arial Narrow" panose="020B0606020202030204" pitchFamily="34" charset="0"/>
            </a:rPr>
            <a:t>Design Objectives</a:t>
          </a:r>
        </a:p>
        <a:p>
          <a:pPr marL="171450" lvl="1" indent="-171450" algn="l" defTabSz="800100">
            <a:lnSpc>
              <a:spcPct val="90000"/>
            </a:lnSpc>
            <a:spcBef>
              <a:spcPct val="0"/>
            </a:spcBef>
            <a:spcAft>
              <a:spcPct val="15000"/>
            </a:spcAft>
            <a:buChar char="•"/>
          </a:pPr>
          <a:r>
            <a:rPr lang="en-US" sz="1800" i="0" kern="1200" dirty="0" err="1">
              <a:solidFill>
                <a:schemeClr val="accent1"/>
              </a:solidFill>
              <a:latin typeface="Arial Narrow" panose="020B0606020202030204" pitchFamily="34" charset="0"/>
            </a:rPr>
            <a:t>Mục</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tiêu</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thiết</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kế</a:t>
          </a:r>
          <a:endParaRPr lang="en-US" sz="1800" i="0" kern="1200" dirty="0"/>
        </a:p>
      </dsp:txBody>
      <dsp:txXfrm rot="-5400000">
        <a:off x="697027" y="32586"/>
        <a:ext cx="2310976" cy="584355"/>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F2D3D3-2678-46EC-8BCB-98F31BB0C578}">
      <dsp:nvSpPr>
        <dsp:cNvPr id="0" name=""/>
        <dsp:cNvSpPr/>
      </dsp:nvSpPr>
      <dsp:spPr>
        <a:xfrm rot="5400000">
          <a:off x="-149362" y="150336"/>
          <a:ext cx="995752" cy="697026"/>
        </a:xfrm>
        <a:prstGeom prst="chevron">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latin typeface="Arial Narrow" panose="020B0606020202030204" pitchFamily="34" charset="0"/>
            </a:rPr>
            <a:t>1</a:t>
          </a:r>
        </a:p>
      </dsp:txBody>
      <dsp:txXfrm rot="-5400000">
        <a:off x="1" y="349486"/>
        <a:ext cx="697026" cy="298726"/>
      </dsp:txXfrm>
    </dsp:sp>
    <dsp:sp modelId="{30C28D05-ACF7-44F8-910B-07E9F813BADB}">
      <dsp:nvSpPr>
        <dsp:cNvPr id="0" name=""/>
        <dsp:cNvSpPr/>
      </dsp:nvSpPr>
      <dsp:spPr>
        <a:xfrm rot="5400000">
          <a:off x="1544531" y="-846530"/>
          <a:ext cx="647579" cy="2342588"/>
        </a:xfrm>
        <a:prstGeom prst="round2Same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i="0" kern="1200" dirty="0">
              <a:latin typeface="Arial Narrow" panose="020B0606020202030204" pitchFamily="34" charset="0"/>
            </a:rPr>
            <a:t>Design Objectives</a:t>
          </a:r>
        </a:p>
        <a:p>
          <a:pPr marL="171450" lvl="1" indent="-171450" algn="l" defTabSz="800100">
            <a:lnSpc>
              <a:spcPct val="90000"/>
            </a:lnSpc>
            <a:spcBef>
              <a:spcPct val="0"/>
            </a:spcBef>
            <a:spcAft>
              <a:spcPct val="15000"/>
            </a:spcAft>
            <a:buChar char="•"/>
          </a:pPr>
          <a:r>
            <a:rPr lang="en-US" sz="1800" i="0" kern="1200" dirty="0" err="1">
              <a:solidFill>
                <a:schemeClr val="accent1"/>
              </a:solidFill>
              <a:latin typeface="Arial Narrow" panose="020B0606020202030204" pitchFamily="34" charset="0"/>
            </a:rPr>
            <a:t>Mục</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tiêu</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thiết</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kế</a:t>
          </a:r>
          <a:endParaRPr lang="en-US" sz="1800" i="0" kern="1200" dirty="0"/>
        </a:p>
      </dsp:txBody>
      <dsp:txXfrm rot="-5400000">
        <a:off x="697027" y="32586"/>
        <a:ext cx="2310976" cy="584355"/>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01A474-0ADD-45DE-A8F7-75135A98A242}">
      <dsp:nvSpPr>
        <dsp:cNvPr id="0" name=""/>
        <dsp:cNvSpPr/>
      </dsp:nvSpPr>
      <dsp:spPr>
        <a:xfrm rot="5400000">
          <a:off x="-136722" y="137614"/>
          <a:ext cx="911485" cy="638039"/>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latin typeface="Arial Narrow" panose="020B0606020202030204" pitchFamily="34" charset="0"/>
            </a:rPr>
            <a:t>2</a:t>
          </a:r>
        </a:p>
      </dsp:txBody>
      <dsp:txXfrm rot="-5400000">
        <a:off x="2" y="319911"/>
        <a:ext cx="638039" cy="273446"/>
      </dsp:txXfrm>
    </dsp:sp>
    <dsp:sp modelId="{09BCDB7B-F099-4E8F-8203-9CD59C4677FA}">
      <dsp:nvSpPr>
        <dsp:cNvPr id="0" name=""/>
        <dsp:cNvSpPr/>
      </dsp:nvSpPr>
      <dsp:spPr>
        <a:xfrm rot="5400000">
          <a:off x="1732061" y="-1066378"/>
          <a:ext cx="592776" cy="2780820"/>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i="0" kern="1200" dirty="0">
              <a:latin typeface="Arial Narrow" panose="020B0606020202030204" pitchFamily="34" charset="0"/>
            </a:rPr>
            <a:t>Design </a:t>
          </a:r>
          <a:r>
            <a:rPr lang="en-US" sz="1800" b="0" i="0" kern="1200" dirty="0"/>
            <a:t>implementation</a:t>
          </a:r>
          <a:endParaRPr lang="en-US" sz="1800" b="0" i="0" kern="1200" dirty="0">
            <a:latin typeface="Arial Narrow" panose="020B0606020202030204" pitchFamily="34" charset="0"/>
          </a:endParaRPr>
        </a:p>
        <a:p>
          <a:pPr marL="171450" lvl="1" indent="-171450" algn="l" defTabSz="800100">
            <a:lnSpc>
              <a:spcPct val="90000"/>
            </a:lnSpc>
            <a:spcBef>
              <a:spcPct val="0"/>
            </a:spcBef>
            <a:spcAft>
              <a:spcPct val="15000"/>
            </a:spcAft>
            <a:buChar char="•"/>
          </a:pPr>
          <a:r>
            <a:rPr lang="en-US" sz="1800" i="0" kern="1200" dirty="0" err="1">
              <a:solidFill>
                <a:schemeClr val="accent1"/>
              </a:solidFill>
              <a:latin typeface="Arial Narrow" panose="020B0606020202030204" pitchFamily="34" charset="0"/>
            </a:rPr>
            <a:t>Triển</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khai</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thiết</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kế</a:t>
          </a:r>
          <a:endParaRPr lang="vi-VN" sz="1800" i="0" kern="1200" dirty="0">
            <a:solidFill>
              <a:schemeClr val="accent1"/>
            </a:solidFill>
          </a:endParaRPr>
        </a:p>
      </dsp:txBody>
      <dsp:txXfrm rot="-5400000">
        <a:off x="638040" y="56580"/>
        <a:ext cx="2751883" cy="534902"/>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01A474-0ADD-45DE-A8F7-75135A98A242}">
      <dsp:nvSpPr>
        <dsp:cNvPr id="0" name=""/>
        <dsp:cNvSpPr/>
      </dsp:nvSpPr>
      <dsp:spPr>
        <a:xfrm rot="5400000">
          <a:off x="-136722" y="137614"/>
          <a:ext cx="911485" cy="638039"/>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latin typeface="Arial Narrow" panose="020B0606020202030204" pitchFamily="34" charset="0"/>
            </a:rPr>
            <a:t>2</a:t>
          </a:r>
        </a:p>
      </dsp:txBody>
      <dsp:txXfrm rot="-5400000">
        <a:off x="2" y="319911"/>
        <a:ext cx="638039" cy="273446"/>
      </dsp:txXfrm>
    </dsp:sp>
    <dsp:sp modelId="{09BCDB7B-F099-4E8F-8203-9CD59C4677FA}">
      <dsp:nvSpPr>
        <dsp:cNvPr id="0" name=""/>
        <dsp:cNvSpPr/>
      </dsp:nvSpPr>
      <dsp:spPr>
        <a:xfrm rot="5400000">
          <a:off x="1732061" y="-1066378"/>
          <a:ext cx="592776" cy="2780820"/>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i="0" kern="1200" dirty="0">
              <a:latin typeface="Arial Narrow" panose="020B0606020202030204" pitchFamily="34" charset="0"/>
            </a:rPr>
            <a:t>Design Item Diagram</a:t>
          </a:r>
        </a:p>
        <a:p>
          <a:pPr marL="171450" lvl="1" indent="-171450" algn="l" defTabSz="800100">
            <a:lnSpc>
              <a:spcPct val="90000"/>
            </a:lnSpc>
            <a:spcBef>
              <a:spcPct val="0"/>
            </a:spcBef>
            <a:spcAft>
              <a:spcPct val="15000"/>
            </a:spcAft>
            <a:buChar char="•"/>
          </a:pPr>
          <a:r>
            <a:rPr lang="en-US" sz="1800" i="0" kern="1200" dirty="0" err="1">
              <a:solidFill>
                <a:schemeClr val="accent1"/>
              </a:solidFill>
              <a:latin typeface="Arial Narrow" panose="020B0606020202030204" pitchFamily="34" charset="0"/>
            </a:rPr>
            <a:t>Sơ</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đồ</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hạng</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mục</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thiết</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kế</a:t>
          </a:r>
          <a:endParaRPr lang="vi-VN" sz="1800" i="0" kern="1200" dirty="0">
            <a:solidFill>
              <a:schemeClr val="accent1"/>
            </a:solidFill>
          </a:endParaRPr>
        </a:p>
      </dsp:txBody>
      <dsp:txXfrm rot="-5400000">
        <a:off x="638040" y="56580"/>
        <a:ext cx="2751883" cy="534902"/>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01A474-0ADD-45DE-A8F7-75135A98A242}">
      <dsp:nvSpPr>
        <dsp:cNvPr id="0" name=""/>
        <dsp:cNvSpPr/>
      </dsp:nvSpPr>
      <dsp:spPr>
        <a:xfrm rot="5400000">
          <a:off x="-136722" y="137614"/>
          <a:ext cx="911485" cy="638039"/>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latin typeface="Arial Narrow" panose="020B0606020202030204" pitchFamily="34" charset="0"/>
            </a:rPr>
            <a:t>2</a:t>
          </a:r>
        </a:p>
      </dsp:txBody>
      <dsp:txXfrm rot="-5400000">
        <a:off x="2" y="319911"/>
        <a:ext cx="638039" cy="273446"/>
      </dsp:txXfrm>
    </dsp:sp>
    <dsp:sp modelId="{09BCDB7B-F099-4E8F-8203-9CD59C4677FA}">
      <dsp:nvSpPr>
        <dsp:cNvPr id="0" name=""/>
        <dsp:cNvSpPr/>
      </dsp:nvSpPr>
      <dsp:spPr>
        <a:xfrm rot="5400000">
          <a:off x="1732061" y="-1066378"/>
          <a:ext cx="592776" cy="2780820"/>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i="0" kern="1200" dirty="0">
              <a:latin typeface="Arial Narrow" panose="020B0606020202030204" pitchFamily="34" charset="0"/>
            </a:rPr>
            <a:t>Design Item Diagram</a:t>
          </a:r>
        </a:p>
        <a:p>
          <a:pPr marL="171450" lvl="1" indent="-171450" algn="l" defTabSz="800100">
            <a:lnSpc>
              <a:spcPct val="90000"/>
            </a:lnSpc>
            <a:spcBef>
              <a:spcPct val="0"/>
            </a:spcBef>
            <a:spcAft>
              <a:spcPct val="15000"/>
            </a:spcAft>
            <a:buChar char="•"/>
          </a:pPr>
          <a:r>
            <a:rPr lang="en-US" sz="1800" i="0" kern="1200" dirty="0" err="1">
              <a:solidFill>
                <a:schemeClr val="accent1"/>
              </a:solidFill>
              <a:latin typeface="Arial Narrow" panose="020B0606020202030204" pitchFamily="34" charset="0"/>
            </a:rPr>
            <a:t>Sơ</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đồ</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hạng</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mục</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thiết</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kế</a:t>
          </a:r>
          <a:endParaRPr lang="vi-VN" sz="1800" i="0" kern="1200" dirty="0">
            <a:solidFill>
              <a:schemeClr val="accent1"/>
            </a:solidFill>
          </a:endParaRPr>
        </a:p>
      </dsp:txBody>
      <dsp:txXfrm rot="-5400000">
        <a:off x="638040" y="56580"/>
        <a:ext cx="2751883" cy="534902"/>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01A474-0ADD-45DE-A8F7-75135A98A242}">
      <dsp:nvSpPr>
        <dsp:cNvPr id="0" name=""/>
        <dsp:cNvSpPr/>
      </dsp:nvSpPr>
      <dsp:spPr>
        <a:xfrm rot="5400000">
          <a:off x="-136722" y="137614"/>
          <a:ext cx="911485" cy="638039"/>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latin typeface="Arial Narrow" panose="020B0606020202030204" pitchFamily="34" charset="0"/>
            </a:rPr>
            <a:t>2</a:t>
          </a:r>
        </a:p>
      </dsp:txBody>
      <dsp:txXfrm rot="-5400000">
        <a:off x="2" y="319911"/>
        <a:ext cx="638039" cy="273446"/>
      </dsp:txXfrm>
    </dsp:sp>
    <dsp:sp modelId="{09BCDB7B-F099-4E8F-8203-9CD59C4677FA}">
      <dsp:nvSpPr>
        <dsp:cNvPr id="0" name=""/>
        <dsp:cNvSpPr/>
      </dsp:nvSpPr>
      <dsp:spPr>
        <a:xfrm rot="5400000">
          <a:off x="1732061" y="-1066378"/>
          <a:ext cx="592776" cy="2780820"/>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i="0" kern="1200" dirty="0">
              <a:latin typeface="Arial Narrow" panose="020B0606020202030204" pitchFamily="34" charset="0"/>
            </a:rPr>
            <a:t>Design Item Diagram</a:t>
          </a:r>
        </a:p>
        <a:p>
          <a:pPr marL="171450" lvl="1" indent="-171450" algn="l" defTabSz="800100">
            <a:lnSpc>
              <a:spcPct val="90000"/>
            </a:lnSpc>
            <a:spcBef>
              <a:spcPct val="0"/>
            </a:spcBef>
            <a:spcAft>
              <a:spcPct val="15000"/>
            </a:spcAft>
            <a:buChar char="•"/>
          </a:pPr>
          <a:r>
            <a:rPr lang="en-US" sz="1800" i="0" kern="1200" dirty="0" err="1">
              <a:solidFill>
                <a:schemeClr val="accent1"/>
              </a:solidFill>
              <a:latin typeface="Arial Narrow" panose="020B0606020202030204" pitchFamily="34" charset="0"/>
            </a:rPr>
            <a:t>Sơ</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đồ</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hạng</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mục</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thiết</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kế</a:t>
          </a:r>
          <a:endParaRPr lang="vi-VN" sz="1800" i="0" kern="1200" dirty="0">
            <a:solidFill>
              <a:schemeClr val="accent1"/>
            </a:solidFill>
          </a:endParaRPr>
        </a:p>
      </dsp:txBody>
      <dsp:txXfrm rot="-5400000">
        <a:off x="638040" y="56580"/>
        <a:ext cx="2751883" cy="534902"/>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01A474-0ADD-45DE-A8F7-75135A98A242}">
      <dsp:nvSpPr>
        <dsp:cNvPr id="0" name=""/>
        <dsp:cNvSpPr/>
      </dsp:nvSpPr>
      <dsp:spPr>
        <a:xfrm rot="5400000">
          <a:off x="-136722" y="137614"/>
          <a:ext cx="911485" cy="638039"/>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latin typeface="Arial Narrow" panose="020B0606020202030204" pitchFamily="34" charset="0"/>
            </a:rPr>
            <a:t>2</a:t>
          </a:r>
        </a:p>
      </dsp:txBody>
      <dsp:txXfrm rot="-5400000">
        <a:off x="2" y="319911"/>
        <a:ext cx="638039" cy="273446"/>
      </dsp:txXfrm>
    </dsp:sp>
    <dsp:sp modelId="{09BCDB7B-F099-4E8F-8203-9CD59C4677FA}">
      <dsp:nvSpPr>
        <dsp:cNvPr id="0" name=""/>
        <dsp:cNvSpPr/>
      </dsp:nvSpPr>
      <dsp:spPr>
        <a:xfrm rot="5400000">
          <a:off x="1732061" y="-1066378"/>
          <a:ext cx="592776" cy="2780820"/>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i="0" kern="1200" dirty="0">
              <a:latin typeface="Arial Narrow" panose="020B0606020202030204" pitchFamily="34" charset="0"/>
            </a:rPr>
            <a:t>Design Item Diagram</a:t>
          </a:r>
        </a:p>
        <a:p>
          <a:pPr marL="171450" lvl="1" indent="-171450" algn="l" defTabSz="800100">
            <a:lnSpc>
              <a:spcPct val="90000"/>
            </a:lnSpc>
            <a:spcBef>
              <a:spcPct val="0"/>
            </a:spcBef>
            <a:spcAft>
              <a:spcPct val="15000"/>
            </a:spcAft>
            <a:buChar char="•"/>
          </a:pPr>
          <a:r>
            <a:rPr lang="en-US" sz="1800" i="0" kern="1200" dirty="0" err="1">
              <a:solidFill>
                <a:schemeClr val="accent1"/>
              </a:solidFill>
              <a:latin typeface="Arial Narrow" panose="020B0606020202030204" pitchFamily="34" charset="0"/>
            </a:rPr>
            <a:t>Sơ</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đồ</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hạng</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mục</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thiết</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kế</a:t>
          </a:r>
          <a:endParaRPr lang="vi-VN" sz="1800" i="0" kern="1200" dirty="0">
            <a:solidFill>
              <a:schemeClr val="accent1"/>
            </a:solidFill>
          </a:endParaRPr>
        </a:p>
      </dsp:txBody>
      <dsp:txXfrm rot="-5400000">
        <a:off x="638040" y="56580"/>
        <a:ext cx="2751883" cy="534902"/>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396D00-182C-427E-8273-3618560ED04D}">
      <dsp:nvSpPr>
        <dsp:cNvPr id="0" name=""/>
        <dsp:cNvSpPr/>
      </dsp:nvSpPr>
      <dsp:spPr>
        <a:xfrm rot="5400000">
          <a:off x="-134072" y="134946"/>
          <a:ext cx="893815" cy="625670"/>
        </a:xfrm>
        <a:prstGeom prst="chevron">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latin typeface="Arial Narrow" panose="020B0606020202030204" pitchFamily="34" charset="0"/>
            </a:rPr>
            <a:t>3</a:t>
          </a:r>
          <a:r>
            <a:rPr lang="en-US" sz="2400" kern="1200" dirty="0">
              <a:latin typeface="Arial Narrow" panose="020B0606020202030204" pitchFamily="34" charset="0"/>
            </a:rPr>
            <a:t> </a:t>
          </a:r>
        </a:p>
      </dsp:txBody>
      <dsp:txXfrm rot="-5400000">
        <a:off x="1" y="313708"/>
        <a:ext cx="625670" cy="268145"/>
      </dsp:txXfrm>
    </dsp:sp>
    <dsp:sp modelId="{7E1F35D7-935F-4B28-A048-27C40533CCD0}">
      <dsp:nvSpPr>
        <dsp:cNvPr id="0" name=""/>
        <dsp:cNvSpPr/>
      </dsp:nvSpPr>
      <dsp:spPr>
        <a:xfrm rot="5400000">
          <a:off x="1390421" y="-763875"/>
          <a:ext cx="581285" cy="2110786"/>
        </a:xfrm>
        <a:prstGeom prst="round2Same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i="0" kern="1200" dirty="0">
              <a:latin typeface="Arial Narrow" panose="020B0606020202030204" pitchFamily="34" charset="0"/>
            </a:rPr>
            <a:t>Achieved Results</a:t>
          </a:r>
        </a:p>
        <a:p>
          <a:pPr marL="171450" lvl="1" indent="-171450" algn="l" defTabSz="800100">
            <a:lnSpc>
              <a:spcPct val="90000"/>
            </a:lnSpc>
            <a:spcBef>
              <a:spcPct val="0"/>
            </a:spcBef>
            <a:spcAft>
              <a:spcPct val="15000"/>
            </a:spcAft>
            <a:buChar char="•"/>
          </a:pPr>
          <a:r>
            <a:rPr lang="en-US" sz="1800" i="0" kern="1200" dirty="0" err="1">
              <a:solidFill>
                <a:schemeClr val="accent1"/>
              </a:solidFill>
              <a:latin typeface="Arial Narrow" panose="020B0606020202030204" pitchFamily="34" charset="0"/>
            </a:rPr>
            <a:t>Kết</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quả</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đạt</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được</a:t>
          </a:r>
          <a:endParaRPr lang="en-US" sz="1800" i="0" kern="1200" dirty="0">
            <a:solidFill>
              <a:schemeClr val="accent1"/>
            </a:solidFill>
            <a:latin typeface="Arial Narrow" panose="020B0606020202030204" pitchFamily="34" charset="0"/>
          </a:endParaRPr>
        </a:p>
      </dsp:txBody>
      <dsp:txXfrm rot="-5400000">
        <a:off x="625671" y="29251"/>
        <a:ext cx="2082410" cy="524533"/>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396D00-182C-427E-8273-3618560ED04D}">
      <dsp:nvSpPr>
        <dsp:cNvPr id="0" name=""/>
        <dsp:cNvSpPr/>
      </dsp:nvSpPr>
      <dsp:spPr>
        <a:xfrm rot="5400000">
          <a:off x="-134072" y="134946"/>
          <a:ext cx="893815" cy="625670"/>
        </a:xfrm>
        <a:prstGeom prst="chevron">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latin typeface="Arial Narrow" panose="020B0606020202030204" pitchFamily="34" charset="0"/>
            </a:rPr>
            <a:t>3</a:t>
          </a:r>
          <a:r>
            <a:rPr lang="en-US" sz="2400" kern="1200" dirty="0">
              <a:latin typeface="Arial Narrow" panose="020B0606020202030204" pitchFamily="34" charset="0"/>
            </a:rPr>
            <a:t> </a:t>
          </a:r>
        </a:p>
      </dsp:txBody>
      <dsp:txXfrm rot="-5400000">
        <a:off x="1" y="313708"/>
        <a:ext cx="625670" cy="268145"/>
      </dsp:txXfrm>
    </dsp:sp>
    <dsp:sp modelId="{7E1F35D7-935F-4B28-A048-27C40533CCD0}">
      <dsp:nvSpPr>
        <dsp:cNvPr id="0" name=""/>
        <dsp:cNvSpPr/>
      </dsp:nvSpPr>
      <dsp:spPr>
        <a:xfrm rot="5400000">
          <a:off x="1390421" y="-763875"/>
          <a:ext cx="581285" cy="2110786"/>
        </a:xfrm>
        <a:prstGeom prst="round2Same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i="0" kern="1200" dirty="0">
              <a:latin typeface="Arial Narrow" panose="020B0606020202030204" pitchFamily="34" charset="0"/>
            </a:rPr>
            <a:t>Achieved Results</a:t>
          </a:r>
        </a:p>
        <a:p>
          <a:pPr marL="171450" lvl="1" indent="-171450" algn="l" defTabSz="800100">
            <a:lnSpc>
              <a:spcPct val="90000"/>
            </a:lnSpc>
            <a:spcBef>
              <a:spcPct val="0"/>
            </a:spcBef>
            <a:spcAft>
              <a:spcPct val="15000"/>
            </a:spcAft>
            <a:buChar char="•"/>
          </a:pPr>
          <a:r>
            <a:rPr lang="en-US" sz="1800" i="0" kern="1200" dirty="0" err="1">
              <a:solidFill>
                <a:schemeClr val="accent1"/>
              </a:solidFill>
              <a:latin typeface="Arial Narrow" panose="020B0606020202030204" pitchFamily="34" charset="0"/>
            </a:rPr>
            <a:t>Kết</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quả</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đạt</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được</a:t>
          </a:r>
          <a:endParaRPr lang="en-US" sz="1800" i="0" kern="1200" dirty="0">
            <a:solidFill>
              <a:schemeClr val="accent1"/>
            </a:solidFill>
            <a:latin typeface="Arial Narrow" panose="020B0606020202030204" pitchFamily="34" charset="0"/>
          </a:endParaRPr>
        </a:p>
      </dsp:txBody>
      <dsp:txXfrm rot="-5400000">
        <a:off x="625671" y="29251"/>
        <a:ext cx="2082410" cy="524533"/>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D0CC29-C7F9-4FB6-9FA3-128ADE95EDB5}">
      <dsp:nvSpPr>
        <dsp:cNvPr id="0" name=""/>
        <dsp:cNvSpPr/>
      </dsp:nvSpPr>
      <dsp:spPr>
        <a:xfrm rot="5400000">
          <a:off x="-134607" y="135485"/>
          <a:ext cx="897382" cy="628167"/>
        </a:xfrm>
        <a:prstGeom prst="chevron">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t>3</a:t>
          </a:r>
        </a:p>
      </dsp:txBody>
      <dsp:txXfrm rot="-5400000">
        <a:off x="1" y="314962"/>
        <a:ext cx="628167" cy="269215"/>
      </dsp:txXfrm>
    </dsp:sp>
    <dsp:sp modelId="{C116E175-78F5-4B85-AD31-E9D8DE43CD0C}">
      <dsp:nvSpPr>
        <dsp:cNvPr id="0" name=""/>
        <dsp:cNvSpPr/>
      </dsp:nvSpPr>
      <dsp:spPr>
        <a:xfrm rot="5400000">
          <a:off x="1525673" y="-896627"/>
          <a:ext cx="583605" cy="2378616"/>
        </a:xfrm>
        <a:prstGeom prst="round2Same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i="0" kern="1200" dirty="0">
              <a:latin typeface="Arial Narrow" panose="020B0606020202030204" pitchFamily="34" charset="0"/>
            </a:rPr>
            <a:t>Planned Work</a:t>
          </a:r>
          <a:endParaRPr lang="en-US" sz="1800" i="0" kern="1200" dirty="0"/>
        </a:p>
        <a:p>
          <a:pPr marL="171450" lvl="1" indent="-171450" algn="l" defTabSz="800100">
            <a:lnSpc>
              <a:spcPct val="90000"/>
            </a:lnSpc>
            <a:spcBef>
              <a:spcPct val="0"/>
            </a:spcBef>
            <a:spcAft>
              <a:spcPct val="15000"/>
            </a:spcAft>
            <a:buChar char="•"/>
          </a:pPr>
          <a:r>
            <a:rPr lang="en-US" sz="1800" i="0" kern="1200" dirty="0" err="1">
              <a:solidFill>
                <a:schemeClr val="accent1"/>
              </a:solidFill>
              <a:latin typeface="Arial Narrow" panose="020B0606020202030204" pitchFamily="34" charset="0"/>
            </a:rPr>
            <a:t>Kế</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hoạch</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tiếp</a:t>
          </a:r>
          <a:r>
            <a:rPr lang="en-US" sz="1800" i="0" kern="1200" dirty="0">
              <a:solidFill>
                <a:schemeClr val="accent1"/>
              </a:solidFill>
              <a:latin typeface="Arial Narrow" panose="020B0606020202030204" pitchFamily="34" charset="0"/>
            </a:rPr>
            <a:t> </a:t>
          </a:r>
          <a:r>
            <a:rPr lang="en-US" sz="1800" i="0" kern="1200" dirty="0" err="1">
              <a:solidFill>
                <a:schemeClr val="accent1"/>
              </a:solidFill>
              <a:latin typeface="Arial Narrow" panose="020B0606020202030204" pitchFamily="34" charset="0"/>
            </a:rPr>
            <a:t>theo</a:t>
          </a:r>
          <a:endParaRPr lang="en-US" sz="1800" i="0" kern="1200" dirty="0">
            <a:solidFill>
              <a:schemeClr val="accent1"/>
            </a:solidFill>
            <a:latin typeface="Arial Narrow" panose="020B0606020202030204" pitchFamily="34" charset="0"/>
          </a:endParaRPr>
        </a:p>
      </dsp:txBody>
      <dsp:txXfrm rot="-5400000">
        <a:off x="628168" y="29367"/>
        <a:ext cx="2350127" cy="526627"/>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a:defRPr sz="1200"/>
            </a:lvl1pPr>
          </a:lstStyle>
          <a:p>
            <a:fld id="{D5CF7B6E-06F8-4EA4-9972-29E59E3DA8F7}" type="datetimeFigureOut">
              <a:rPr kumimoji="1" lang="ja-JP" altLang="en-US" smtClean="0"/>
              <a:t>2026/3/28</a:t>
            </a:fld>
            <a:endParaRPr kumimoji="1" lang="ja-JP" altLang="en-US"/>
          </a:p>
        </p:txBody>
      </p:sp>
      <p:sp>
        <p:nvSpPr>
          <p:cNvPr id="4" name="フッター プレースホルダー 3"/>
          <p:cNvSpPr>
            <a:spLocks noGrp="1"/>
          </p:cNvSpPr>
          <p:nvPr>
            <p:ph type="ftr" sz="quarter" idx="2"/>
          </p:nvPr>
        </p:nvSpPr>
        <p:spPr>
          <a:xfrm>
            <a:off x="0" y="9429750"/>
            <a:ext cx="2946400" cy="496888"/>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49688" y="9429750"/>
            <a:ext cx="2946400" cy="496888"/>
          </a:xfrm>
          <a:prstGeom prst="rect">
            <a:avLst/>
          </a:prstGeom>
        </p:spPr>
        <p:txBody>
          <a:bodyPr vert="horz" lIns="91440" tIns="45720" rIns="91440" bIns="45720" rtlCol="0" anchor="b"/>
          <a:lstStyle>
            <a:lvl1pPr algn="r">
              <a:defRPr sz="1200"/>
            </a:lvl1pPr>
          </a:lstStyle>
          <a:p>
            <a:fld id="{CAB48240-D91F-4129-BF79-2A71E83D0D37}" type="slidenum">
              <a:rPr kumimoji="1" lang="ja-JP" altLang="en-US" smtClean="0"/>
              <a:t>‹#›</a:t>
            </a:fld>
            <a:endParaRPr kumimoji="1" lang="ja-JP" altLang="en-US"/>
          </a:p>
        </p:txBody>
      </p:sp>
    </p:spTree>
    <p:extLst>
      <p:ext uri="{BB962C8B-B14F-4D97-AF65-F5344CB8AC3E}">
        <p14:creationId xmlns:p14="http://schemas.microsoft.com/office/powerpoint/2010/main" val="29579740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vl1pPr>
          </a:lstStyle>
          <a:p>
            <a:fld id="{FE9E4F50-57D5-4638-8961-5783F5566392}" type="datetimeFigureOut">
              <a:rPr kumimoji="1" lang="ja-JP" altLang="en-US" smtClean="0"/>
              <a:t>2026/3/28</a:t>
            </a:fld>
            <a:endParaRPr kumimoji="1" lang="ja-JP" altLang="en-US"/>
          </a:p>
        </p:txBody>
      </p:sp>
      <p:sp>
        <p:nvSpPr>
          <p:cNvPr id="4" name="スライド イメージ プレースホルダー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9450" y="4776788"/>
            <a:ext cx="5438775" cy="3908425"/>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29750"/>
            <a:ext cx="2946400" cy="496888"/>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49688" y="9429750"/>
            <a:ext cx="2946400" cy="496888"/>
          </a:xfrm>
          <a:prstGeom prst="rect">
            <a:avLst/>
          </a:prstGeom>
        </p:spPr>
        <p:txBody>
          <a:bodyPr vert="horz" lIns="91440" tIns="45720" rIns="91440" bIns="45720" rtlCol="0" anchor="b"/>
          <a:lstStyle>
            <a:lvl1pPr algn="r">
              <a:defRPr sz="1200"/>
            </a:lvl1pPr>
          </a:lstStyle>
          <a:p>
            <a:fld id="{0E1B736C-7E22-4286-9492-6D135922483F}" type="slidenum">
              <a:rPr kumimoji="1" lang="ja-JP" altLang="en-US" smtClean="0"/>
              <a:t>‹#›</a:t>
            </a:fld>
            <a:endParaRPr kumimoji="1" lang="ja-JP" altLang="en-US"/>
          </a:p>
        </p:txBody>
      </p:sp>
    </p:spTree>
    <p:extLst>
      <p:ext uri="{BB962C8B-B14F-4D97-AF65-F5344CB8AC3E}">
        <p14:creationId xmlns:p14="http://schemas.microsoft.com/office/powerpoint/2010/main" val="281029248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C090F-9E8C-5263-BF0A-D1BA1200941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2977AEC-3CFC-3444-1559-F3CCB40C52D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9A9EBEA-55FD-B820-B92C-B522F71FF3CB}"/>
              </a:ext>
            </a:extLst>
          </p:cNvPr>
          <p:cNvSpPr>
            <a:spLocks noGrp="1"/>
          </p:cNvSpPr>
          <p:nvPr>
            <p:ph type="body" idx="1"/>
          </p:nvPr>
        </p:nvSpPr>
        <p:spPr/>
        <p:txBody>
          <a:bodyPr/>
          <a:lstStyle/>
          <a:p>
            <a:endParaRPr kumimoji="1" lang="en-US" sz="1200" b="1" i="0" kern="1200" dirty="0">
              <a:solidFill>
                <a:schemeClr val="tx1"/>
              </a:solidFill>
              <a:effectLst/>
              <a:latin typeface="+mn-lt"/>
              <a:ea typeface="+mn-ea"/>
              <a:cs typeface="+mn-cs"/>
            </a:endParaRPr>
          </a:p>
          <a:p>
            <a:r>
              <a:rPr kumimoji="1" lang="en-US" sz="1200" b="1" i="0" kern="1200" dirty="0">
                <a:solidFill>
                  <a:schemeClr val="tx1"/>
                </a:solidFill>
                <a:effectLst/>
                <a:latin typeface="+mn-lt"/>
                <a:ea typeface="+mn-ea"/>
                <a:cs typeface="+mn-cs"/>
              </a:rPr>
              <a:t>My name is T, I am responsible for software design for team B</a:t>
            </a:r>
          </a:p>
          <a:p>
            <a:r>
              <a:rPr kumimoji="1" lang="en-US" sz="1200" b="1" i="0" kern="1200" dirty="0">
                <a:solidFill>
                  <a:schemeClr val="tx1"/>
                </a:solidFill>
                <a:effectLst/>
                <a:latin typeface="+mn-lt"/>
                <a:ea typeface="+mn-ea"/>
                <a:cs typeface="+mn-cs"/>
              </a:rPr>
              <a:t>Now I would like to begin presenting today's report</a:t>
            </a:r>
            <a:endParaRPr lang="en-US" dirty="0"/>
          </a:p>
          <a:p>
            <a:r>
              <a:rPr lang="en-US" b="1" dirty="0"/>
              <a:t>[EN] Opening slide — introduce the 4 sections of this report.</a:t>
            </a:r>
          </a:p>
          <a:p>
            <a:r>
              <a:rPr lang="en-US" b="1" dirty="0"/>
              <a:t>Tell the audience what to expect:</a:t>
            </a:r>
          </a:p>
          <a:p>
            <a:r>
              <a:rPr lang="en-US" b="1" dirty="0"/>
              <a:t>1. Design Objectives: Two core goals — line following using IR sensors and station detection with LED signaling.</a:t>
            </a:r>
          </a:p>
          <a:p>
            <a:r>
              <a:rPr lang="en-US" b="1" dirty="0"/>
              <a:t>2. Design Item Diagram: The software architecture — how Main(), Timer ISRs, and the 9-state FSM connect together.</a:t>
            </a:r>
          </a:p>
          <a:p>
            <a:r>
              <a:rPr lang="en-US" b="1" dirty="0"/>
              <a:t>3. Planned Work: Three milestones ahead — writing code, testing on hardware, and the final demo &amp; submission.</a:t>
            </a:r>
          </a:p>
          <a:p>
            <a:endParaRPr lang="en-US" dirty="0"/>
          </a:p>
          <a:p>
            <a:r>
              <a:rPr lang="en-US" dirty="0"/>
              <a:t>[VI] Slide </a:t>
            </a:r>
            <a:r>
              <a:rPr lang="en-US" dirty="0" err="1"/>
              <a:t>mở</a:t>
            </a:r>
            <a:r>
              <a:rPr lang="en-US" dirty="0"/>
              <a:t> </a:t>
            </a:r>
            <a:r>
              <a:rPr lang="en-US" dirty="0" err="1"/>
              <a:t>đầu</a:t>
            </a:r>
            <a:r>
              <a:rPr lang="en-US" dirty="0"/>
              <a:t> — </a:t>
            </a:r>
            <a:r>
              <a:rPr lang="en-US" dirty="0" err="1"/>
              <a:t>giới</a:t>
            </a:r>
            <a:r>
              <a:rPr lang="en-US" dirty="0"/>
              <a:t> </a:t>
            </a:r>
            <a:r>
              <a:rPr lang="en-US" dirty="0" err="1"/>
              <a:t>thiệu</a:t>
            </a:r>
            <a:r>
              <a:rPr lang="en-US" dirty="0"/>
              <a:t> 4 </a:t>
            </a:r>
            <a:r>
              <a:rPr lang="en-US" dirty="0" err="1"/>
              <a:t>phần</a:t>
            </a:r>
            <a:r>
              <a:rPr lang="en-US" dirty="0"/>
              <a:t> </a:t>
            </a:r>
            <a:r>
              <a:rPr lang="en-US" dirty="0" err="1"/>
              <a:t>chính</a:t>
            </a:r>
            <a:r>
              <a:rPr lang="en-US" dirty="0"/>
              <a:t> </a:t>
            </a:r>
            <a:r>
              <a:rPr lang="en-US" dirty="0" err="1"/>
              <a:t>của</a:t>
            </a:r>
            <a:r>
              <a:rPr lang="en-US" dirty="0"/>
              <a:t> </a:t>
            </a:r>
            <a:r>
              <a:rPr lang="en-US" dirty="0" err="1"/>
              <a:t>báo</a:t>
            </a:r>
            <a:r>
              <a:rPr lang="en-US" dirty="0"/>
              <a:t> </a:t>
            </a:r>
            <a:r>
              <a:rPr lang="en-US" dirty="0" err="1"/>
              <a:t>cáo</a:t>
            </a:r>
            <a:r>
              <a:rPr lang="en-US" dirty="0"/>
              <a:t>.</a:t>
            </a:r>
          </a:p>
          <a:p>
            <a:r>
              <a:rPr lang="en-US" dirty="0" err="1"/>
              <a:t>Dẫn</a:t>
            </a:r>
            <a:r>
              <a:rPr lang="en-US" dirty="0"/>
              <a:t> </a:t>
            </a:r>
            <a:r>
              <a:rPr lang="en-US" dirty="0" err="1"/>
              <a:t>dắt</a:t>
            </a:r>
            <a:r>
              <a:rPr lang="en-US" dirty="0"/>
              <a:t> </a:t>
            </a:r>
            <a:r>
              <a:rPr lang="en-US" dirty="0" err="1"/>
              <a:t>người</a:t>
            </a:r>
            <a:r>
              <a:rPr lang="en-US" dirty="0"/>
              <a:t> </a:t>
            </a:r>
            <a:r>
              <a:rPr lang="en-US" dirty="0" err="1"/>
              <a:t>nghe</a:t>
            </a:r>
            <a:r>
              <a:rPr lang="en-US" dirty="0"/>
              <a:t> </a:t>
            </a:r>
            <a:r>
              <a:rPr lang="en-US" dirty="0" err="1"/>
              <a:t>về</a:t>
            </a:r>
            <a:r>
              <a:rPr lang="en-US" dirty="0"/>
              <a:t> </a:t>
            </a:r>
            <a:r>
              <a:rPr lang="en-US" dirty="0" err="1"/>
              <a:t>những</a:t>
            </a:r>
            <a:r>
              <a:rPr lang="en-US" dirty="0"/>
              <a:t> </a:t>
            </a:r>
            <a:r>
              <a:rPr lang="en-US" dirty="0" err="1"/>
              <a:t>gì</a:t>
            </a:r>
            <a:r>
              <a:rPr lang="en-US" dirty="0"/>
              <a:t> </a:t>
            </a:r>
            <a:r>
              <a:rPr lang="en-US" dirty="0" err="1"/>
              <a:t>sẽ</a:t>
            </a:r>
            <a:r>
              <a:rPr lang="en-US" dirty="0"/>
              <a:t> </a:t>
            </a:r>
            <a:r>
              <a:rPr lang="en-US" dirty="0" err="1"/>
              <a:t>được</a:t>
            </a:r>
            <a:r>
              <a:rPr lang="en-US" dirty="0"/>
              <a:t> </a:t>
            </a:r>
            <a:r>
              <a:rPr lang="en-US" dirty="0" err="1"/>
              <a:t>trình</a:t>
            </a:r>
            <a:r>
              <a:rPr lang="en-US" dirty="0"/>
              <a:t> </a:t>
            </a:r>
            <a:r>
              <a:rPr lang="en-US" dirty="0" err="1"/>
              <a:t>bày</a:t>
            </a:r>
            <a:r>
              <a:rPr lang="en-US" dirty="0"/>
              <a:t>:</a:t>
            </a:r>
          </a:p>
          <a:p>
            <a:r>
              <a:rPr lang="en-US" dirty="0"/>
              <a:t>1. </a:t>
            </a:r>
            <a:r>
              <a:rPr lang="en-US" dirty="0" err="1"/>
              <a:t>Mục</a:t>
            </a:r>
            <a:r>
              <a:rPr lang="en-US" dirty="0"/>
              <a:t> </a:t>
            </a:r>
            <a:r>
              <a:rPr lang="en-US" dirty="0" err="1"/>
              <a:t>tiêu</a:t>
            </a:r>
            <a:r>
              <a:rPr lang="en-US" dirty="0"/>
              <a:t> </a:t>
            </a:r>
            <a:r>
              <a:rPr lang="en-US" dirty="0" err="1"/>
              <a:t>thiết</a:t>
            </a:r>
            <a:r>
              <a:rPr lang="en-US" dirty="0"/>
              <a:t> </a:t>
            </a:r>
            <a:r>
              <a:rPr lang="en-US" dirty="0" err="1"/>
              <a:t>kế</a:t>
            </a:r>
            <a:r>
              <a:rPr lang="en-US" dirty="0"/>
              <a:t>: Hai </a:t>
            </a:r>
            <a:r>
              <a:rPr lang="en-US" dirty="0" err="1"/>
              <a:t>mục</a:t>
            </a:r>
            <a:r>
              <a:rPr lang="en-US" dirty="0"/>
              <a:t> </a:t>
            </a:r>
            <a:r>
              <a:rPr lang="en-US" dirty="0" err="1"/>
              <a:t>tiêu</a:t>
            </a:r>
            <a:r>
              <a:rPr lang="en-US" dirty="0"/>
              <a:t> </a:t>
            </a:r>
            <a:r>
              <a:rPr lang="en-US" dirty="0" err="1"/>
              <a:t>cốt</a:t>
            </a:r>
            <a:r>
              <a:rPr lang="en-US" dirty="0"/>
              <a:t> </a:t>
            </a:r>
            <a:r>
              <a:rPr lang="en-US" dirty="0" err="1"/>
              <a:t>lõi</a:t>
            </a:r>
            <a:r>
              <a:rPr lang="en-US" dirty="0"/>
              <a:t> — </a:t>
            </a:r>
            <a:r>
              <a:rPr lang="en-US" dirty="0" err="1"/>
              <a:t>bám</a:t>
            </a:r>
            <a:r>
              <a:rPr lang="en-US" dirty="0"/>
              <a:t> </a:t>
            </a:r>
            <a:r>
              <a:rPr lang="en-US" dirty="0" err="1"/>
              <a:t>đường</a:t>
            </a:r>
            <a:r>
              <a:rPr lang="en-US" dirty="0"/>
              <a:t> </a:t>
            </a:r>
            <a:r>
              <a:rPr lang="en-US" dirty="0" err="1"/>
              <a:t>bằng</a:t>
            </a:r>
            <a:r>
              <a:rPr lang="en-US" dirty="0"/>
              <a:t> </a:t>
            </a:r>
            <a:r>
              <a:rPr lang="en-US" dirty="0" err="1"/>
              <a:t>cảm</a:t>
            </a:r>
            <a:r>
              <a:rPr lang="en-US" dirty="0"/>
              <a:t> </a:t>
            </a:r>
            <a:r>
              <a:rPr lang="en-US" dirty="0" err="1"/>
              <a:t>biến</a:t>
            </a:r>
            <a:r>
              <a:rPr lang="en-US" dirty="0"/>
              <a:t> IR </a:t>
            </a:r>
            <a:r>
              <a:rPr lang="en-US" dirty="0" err="1"/>
              <a:t>và</a:t>
            </a:r>
            <a:r>
              <a:rPr lang="en-US" dirty="0"/>
              <a:t> </a:t>
            </a:r>
            <a:r>
              <a:rPr lang="en-US" dirty="0" err="1"/>
              <a:t>nhận</a:t>
            </a:r>
            <a:r>
              <a:rPr lang="en-US" dirty="0"/>
              <a:t> </a:t>
            </a:r>
            <a:r>
              <a:rPr lang="en-US" dirty="0" err="1"/>
              <a:t>biết</a:t>
            </a:r>
            <a:r>
              <a:rPr lang="en-US" dirty="0"/>
              <a:t> </a:t>
            </a:r>
            <a:r>
              <a:rPr lang="en-US" dirty="0" err="1"/>
              <a:t>trạm</a:t>
            </a:r>
            <a:r>
              <a:rPr lang="en-US" dirty="0"/>
              <a:t> </a:t>
            </a:r>
            <a:r>
              <a:rPr lang="en-US" dirty="0" err="1"/>
              <a:t>kèm</a:t>
            </a:r>
            <a:r>
              <a:rPr lang="en-US" dirty="0"/>
              <a:t> </a:t>
            </a:r>
            <a:r>
              <a:rPr lang="en-US" dirty="0" err="1"/>
              <a:t>tín</a:t>
            </a:r>
            <a:r>
              <a:rPr lang="en-US" dirty="0"/>
              <a:t> </a:t>
            </a:r>
            <a:r>
              <a:rPr lang="en-US" dirty="0" err="1"/>
              <a:t>hiệu</a:t>
            </a:r>
            <a:r>
              <a:rPr lang="en-US" dirty="0"/>
              <a:t> LED.</a:t>
            </a:r>
          </a:p>
          <a:p>
            <a:r>
              <a:rPr lang="en-US" dirty="0"/>
              <a:t>2. </a:t>
            </a:r>
            <a:r>
              <a:rPr lang="en-US" dirty="0" err="1"/>
              <a:t>Sơ</a:t>
            </a:r>
            <a:r>
              <a:rPr lang="en-US" dirty="0"/>
              <a:t> </a:t>
            </a:r>
            <a:r>
              <a:rPr lang="en-US" dirty="0" err="1"/>
              <a:t>đồ</a:t>
            </a:r>
            <a:r>
              <a:rPr lang="en-US" dirty="0"/>
              <a:t> </a:t>
            </a:r>
            <a:r>
              <a:rPr lang="en-US" dirty="0" err="1"/>
              <a:t>hạng</a:t>
            </a:r>
            <a:r>
              <a:rPr lang="en-US" dirty="0"/>
              <a:t> </a:t>
            </a:r>
            <a:r>
              <a:rPr lang="en-US" dirty="0" err="1"/>
              <a:t>mục</a:t>
            </a:r>
            <a:r>
              <a:rPr lang="en-US" dirty="0"/>
              <a:t> </a:t>
            </a:r>
            <a:r>
              <a:rPr lang="en-US" dirty="0" err="1"/>
              <a:t>thiết</a:t>
            </a:r>
            <a:r>
              <a:rPr lang="en-US" dirty="0"/>
              <a:t> </a:t>
            </a:r>
            <a:r>
              <a:rPr lang="en-US" dirty="0" err="1"/>
              <a:t>kế</a:t>
            </a:r>
            <a:r>
              <a:rPr lang="en-US" dirty="0"/>
              <a:t>: </a:t>
            </a:r>
            <a:r>
              <a:rPr lang="en-US" dirty="0" err="1"/>
              <a:t>Kiến</a:t>
            </a:r>
            <a:r>
              <a:rPr lang="en-US" dirty="0"/>
              <a:t> </a:t>
            </a:r>
            <a:r>
              <a:rPr lang="en-US" dirty="0" err="1"/>
              <a:t>trúc</a:t>
            </a:r>
            <a:r>
              <a:rPr lang="en-US" dirty="0"/>
              <a:t> </a:t>
            </a:r>
            <a:r>
              <a:rPr lang="en-US" dirty="0" err="1"/>
              <a:t>phần</a:t>
            </a:r>
            <a:r>
              <a:rPr lang="en-US" dirty="0"/>
              <a:t> </a:t>
            </a:r>
            <a:r>
              <a:rPr lang="en-US" dirty="0" err="1"/>
              <a:t>mềm</a:t>
            </a:r>
            <a:r>
              <a:rPr lang="en-US" dirty="0"/>
              <a:t> — Main(), </a:t>
            </a:r>
            <a:r>
              <a:rPr lang="en-US" dirty="0" err="1"/>
              <a:t>các</a:t>
            </a:r>
            <a:r>
              <a:rPr lang="en-US" dirty="0"/>
              <a:t> </a:t>
            </a:r>
            <a:r>
              <a:rPr lang="en-US" dirty="0" err="1"/>
              <a:t>ngắt</a:t>
            </a:r>
            <a:r>
              <a:rPr lang="en-US" dirty="0"/>
              <a:t> Timer </a:t>
            </a:r>
            <a:r>
              <a:rPr lang="en-US" dirty="0" err="1"/>
              <a:t>và</a:t>
            </a:r>
            <a:r>
              <a:rPr lang="en-US" dirty="0"/>
              <a:t> FSM 9 state </a:t>
            </a:r>
            <a:r>
              <a:rPr lang="en-US" dirty="0" err="1"/>
              <a:t>liên</a:t>
            </a:r>
            <a:r>
              <a:rPr lang="en-US" dirty="0"/>
              <a:t> </a:t>
            </a:r>
            <a:r>
              <a:rPr lang="en-US" dirty="0" err="1"/>
              <a:t>kết</a:t>
            </a:r>
            <a:r>
              <a:rPr lang="en-US" dirty="0"/>
              <a:t> </a:t>
            </a:r>
            <a:r>
              <a:rPr lang="en-US" dirty="0" err="1"/>
              <a:t>ra</a:t>
            </a:r>
            <a:r>
              <a:rPr lang="en-US" dirty="0"/>
              <a:t> </a:t>
            </a:r>
            <a:r>
              <a:rPr lang="en-US" dirty="0" err="1"/>
              <a:t>sao</a:t>
            </a:r>
            <a:r>
              <a:rPr lang="en-US" dirty="0"/>
              <a:t>.</a:t>
            </a:r>
          </a:p>
          <a:p>
            <a:r>
              <a:rPr lang="en-US" dirty="0"/>
              <a:t>3. </a:t>
            </a:r>
            <a:r>
              <a:rPr lang="en-US" dirty="0" err="1"/>
              <a:t>Kế</a:t>
            </a:r>
            <a:r>
              <a:rPr lang="en-US" dirty="0"/>
              <a:t> </a:t>
            </a:r>
            <a:r>
              <a:rPr lang="en-US" dirty="0" err="1"/>
              <a:t>hoạch</a:t>
            </a:r>
            <a:r>
              <a:rPr lang="en-US" dirty="0"/>
              <a:t> </a:t>
            </a:r>
            <a:r>
              <a:rPr lang="en-US" dirty="0" err="1"/>
              <a:t>tiếp</a:t>
            </a:r>
            <a:r>
              <a:rPr lang="en-US" dirty="0"/>
              <a:t> </a:t>
            </a:r>
            <a:r>
              <a:rPr lang="en-US" dirty="0" err="1"/>
              <a:t>theo</a:t>
            </a:r>
            <a:r>
              <a:rPr lang="en-US" dirty="0"/>
              <a:t>: Ba </a:t>
            </a:r>
            <a:r>
              <a:rPr lang="en-US" dirty="0" err="1"/>
              <a:t>cột</a:t>
            </a:r>
            <a:r>
              <a:rPr lang="en-US" dirty="0"/>
              <a:t> </a:t>
            </a:r>
            <a:r>
              <a:rPr lang="en-US" dirty="0" err="1"/>
              <a:t>mốc</a:t>
            </a:r>
            <a:r>
              <a:rPr lang="en-US" dirty="0"/>
              <a:t> </a:t>
            </a:r>
            <a:r>
              <a:rPr lang="en-US" dirty="0" err="1"/>
              <a:t>phía</a:t>
            </a:r>
            <a:r>
              <a:rPr lang="en-US" dirty="0"/>
              <a:t> </a:t>
            </a:r>
            <a:r>
              <a:rPr lang="en-US" dirty="0" err="1"/>
              <a:t>trước</a:t>
            </a:r>
            <a:r>
              <a:rPr lang="en-US" dirty="0"/>
              <a:t> — </a:t>
            </a:r>
            <a:r>
              <a:rPr lang="en-US" dirty="0" err="1"/>
              <a:t>viết</a:t>
            </a:r>
            <a:r>
              <a:rPr lang="en-US" dirty="0"/>
              <a:t> code, </a:t>
            </a:r>
            <a:r>
              <a:rPr lang="en-US" dirty="0" err="1"/>
              <a:t>kiểm</a:t>
            </a:r>
            <a:r>
              <a:rPr lang="en-US" dirty="0"/>
              <a:t> </a:t>
            </a:r>
            <a:r>
              <a:rPr lang="en-US" dirty="0" err="1"/>
              <a:t>thử</a:t>
            </a:r>
            <a:r>
              <a:rPr lang="en-US" dirty="0"/>
              <a:t> </a:t>
            </a:r>
            <a:r>
              <a:rPr lang="en-US" dirty="0" err="1"/>
              <a:t>phần</a:t>
            </a:r>
            <a:r>
              <a:rPr lang="en-US" dirty="0"/>
              <a:t> </a:t>
            </a:r>
            <a:r>
              <a:rPr lang="en-US" dirty="0" err="1"/>
              <a:t>cứng</a:t>
            </a:r>
            <a:r>
              <a:rPr lang="en-US" dirty="0"/>
              <a:t>, </a:t>
            </a:r>
            <a:r>
              <a:rPr lang="en-US" dirty="0" err="1"/>
              <a:t>và</a:t>
            </a:r>
            <a:r>
              <a:rPr lang="en-US" dirty="0"/>
              <a:t> demo </a:t>
            </a:r>
            <a:r>
              <a:rPr lang="en-US" dirty="0" err="1"/>
              <a:t>cuối</a:t>
            </a:r>
            <a:r>
              <a:rPr lang="en-US" dirty="0"/>
              <a:t> &amp; </a:t>
            </a:r>
            <a:r>
              <a:rPr lang="en-US" dirty="0" err="1"/>
              <a:t>nộp</a:t>
            </a:r>
            <a:r>
              <a:rPr lang="en-US" dirty="0"/>
              <a:t> </a:t>
            </a:r>
            <a:r>
              <a:rPr lang="en-US" dirty="0" err="1"/>
              <a:t>báo</a:t>
            </a:r>
            <a:r>
              <a:rPr lang="en-US" dirty="0"/>
              <a:t> </a:t>
            </a:r>
            <a:r>
              <a:rPr lang="en-US" dirty="0" err="1"/>
              <a:t>cáo</a:t>
            </a:r>
            <a:r>
              <a:rPr lang="en-US" dirty="0"/>
              <a:t>.</a:t>
            </a:r>
          </a:p>
          <a:p>
            <a:endParaRPr kumimoji="1" lang="ja-JP" altLang="en-US" dirty="0"/>
          </a:p>
        </p:txBody>
      </p:sp>
      <p:sp>
        <p:nvSpPr>
          <p:cNvPr id="4" name="スライド番号プレースホルダー 3">
            <a:extLst>
              <a:ext uri="{FF2B5EF4-FFF2-40B4-BE49-F238E27FC236}">
                <a16:creationId xmlns:a16="http://schemas.microsoft.com/office/drawing/2014/main" id="{44CB0051-153A-9E4D-518F-508C3C855F35}"/>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E1B736C-7E22-4286-9492-6D135922483F}"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34" charset="-128"/>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34" charset="-128"/>
              <a:cs typeface="+mn-cs"/>
            </a:endParaRPr>
          </a:p>
        </p:txBody>
      </p:sp>
    </p:spTree>
    <p:extLst>
      <p:ext uri="{BB962C8B-B14F-4D97-AF65-F5344CB8AC3E}">
        <p14:creationId xmlns:p14="http://schemas.microsoft.com/office/powerpoint/2010/main" val="32403875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FB81DF-8C93-4A55-D662-BB958B0643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E4BCB8-05D7-5248-0C9C-86FC3C0349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519F1B-0D23-CBCF-A780-0D76375F1B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C0B726E-914B-1D6B-3694-A9E3D708D139}"/>
              </a:ext>
            </a:extLst>
          </p:cNvPr>
          <p:cNvSpPr>
            <a:spLocks noGrp="1"/>
          </p:cNvSpPr>
          <p:nvPr>
            <p:ph type="sldNum" sz="quarter" idx="5"/>
          </p:nvPr>
        </p:nvSpPr>
        <p:spPr/>
        <p:txBody>
          <a:bodyPr/>
          <a:lstStyle/>
          <a:p>
            <a:fld id="{0E1B736C-7E22-4286-9492-6D135922483F}" type="slidenum">
              <a:rPr kumimoji="1" lang="ja-JP" altLang="en-US" smtClean="0"/>
              <a:t>2</a:t>
            </a:fld>
            <a:endParaRPr kumimoji="1" lang="ja-JP" altLang="en-US"/>
          </a:p>
        </p:txBody>
      </p:sp>
    </p:spTree>
    <p:extLst>
      <p:ext uri="{BB962C8B-B14F-4D97-AF65-F5344CB8AC3E}">
        <p14:creationId xmlns:p14="http://schemas.microsoft.com/office/powerpoint/2010/main" val="4437731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594D6-CE22-E830-634A-2E7D7BD67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4E78A0-147F-6089-45CC-D1861E138B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76C0BB-A477-3BF5-EAE1-41DF566E5E6F}"/>
              </a:ext>
            </a:extLst>
          </p:cNvPr>
          <p:cNvSpPr>
            <a:spLocks noGrp="1"/>
          </p:cNvSpPr>
          <p:nvPr>
            <p:ph type="body" idx="1"/>
          </p:nvPr>
        </p:nvSpPr>
        <p:spPr/>
        <p:txBody>
          <a:bodyPr/>
          <a:lstStyle/>
          <a:p>
            <a:r>
              <a:rPr lang="en-US" b="1" dirty="0"/>
              <a:t>[EN] This slide explains the two core design objectives of the robot.</a:t>
            </a:r>
          </a:p>
          <a:p>
            <a:r>
              <a:rPr lang="en-US" b="1" dirty="0"/>
              <a:t>Left column — Line Following:</a:t>
            </a:r>
          </a:p>
          <a:p>
            <a:r>
              <a:rPr lang="en-US" b="1" dirty="0"/>
              <a:t>- 3 IR sensors on RA0/RA1/RA2 are read every 2ms via Timer 0 interrupt.</a:t>
            </a:r>
          </a:p>
          <a:p>
            <a:r>
              <a:rPr lang="en-US" b="1" dirty="0"/>
              <a:t>- A 3-bit pattern (SL·SM·SR, values 0–7) is built and looked up in a motor table.</a:t>
            </a:r>
          </a:p>
          <a:p>
            <a:r>
              <a:rPr lang="en-US" b="1" dirty="0"/>
              <a:t>- PWM at 20kHz via CCP1 &amp; CCP2 drives the TB8833 dual H-bridge to control both DC motors.</a:t>
            </a:r>
          </a:p>
          <a:p>
            <a:r>
              <a:rPr lang="en-US" b="1" dirty="0"/>
              <a:t>- Chatter filter N=3: 3 consecutive identical readings required before changing state — eliminates noise.</a:t>
            </a:r>
          </a:p>
          <a:p>
            <a:r>
              <a:rPr lang="en-US" b="1" dirty="0"/>
              <a:t>- 9-state FSM coordinates all robot behaviors.</a:t>
            </a:r>
          </a:p>
          <a:p>
            <a:r>
              <a:rPr lang="en-US" b="1" dirty="0"/>
              <a:t>Right column — Station &amp; LED:</a:t>
            </a:r>
          </a:p>
          <a:p>
            <a:r>
              <a:rPr lang="en-US" b="1" dirty="0"/>
              <a:t>- HC-SR04 ultrasonic measures distance; robot stops at dist ≤ 2cm at the Station.</a:t>
            </a:r>
          </a:p>
          <a:p>
            <a:r>
              <a:rPr lang="en-US" b="1" dirty="0"/>
              <a:t>- LED1 (RC2): turns ON at Start, turns OFF at END.</a:t>
            </a:r>
          </a:p>
          <a:p>
            <a:r>
              <a:rPr lang="en-US" b="1" dirty="0"/>
              <a:t>- LED2 (RC1): blinks when ball is successfully picked up at the station.</a:t>
            </a:r>
          </a:p>
          <a:p>
            <a:endParaRPr lang="en-US" dirty="0"/>
          </a:p>
          <a:p>
            <a:r>
              <a:rPr lang="en-US" dirty="0"/>
              <a:t>[VI] Slide này trình bày hai mục tiêu thiết kế cốt lõi của robot.</a:t>
            </a:r>
          </a:p>
          <a:p>
            <a:r>
              <a:rPr lang="en-US" dirty="0"/>
              <a:t>Cột trái — Bám đường:</a:t>
            </a:r>
          </a:p>
          <a:p>
            <a:r>
              <a:rPr lang="en-US" dirty="0"/>
              <a:t>- 3 cảm biến IR trên RA0/RA1/RA2 đọc mỗi 2ms qua ngắt Timer 0.</a:t>
            </a:r>
          </a:p>
          <a:p>
            <a:r>
              <a:rPr lang="en-US" dirty="0"/>
              <a:t>- Pattern 3-bit (SL·SM·SR, giá trị 0–7) được tổng hợp và tra bảng motor.</a:t>
            </a:r>
          </a:p>
          <a:p>
            <a:r>
              <a:rPr lang="en-US" dirty="0"/>
              <a:t>- PWM 20kHz qua CCP1 &amp; CCP2 điều khiển TB8833 dual H-bridge chạy 2 motor DC.</a:t>
            </a:r>
          </a:p>
          <a:p>
            <a:r>
              <a:rPr lang="en-US" dirty="0"/>
              <a:t>- Bộ lọc chatter N=3: cần 3 lần đọc liên tiếp giống nhau trước khi đổi state — loại nhiễu.</a:t>
            </a:r>
          </a:p>
          <a:p>
            <a:r>
              <a:rPr lang="en-US" dirty="0"/>
              <a:t>- FSM 9 trạng thái điều phối toàn bộ hành vi robot.</a:t>
            </a:r>
          </a:p>
          <a:p>
            <a:r>
              <a:rPr lang="en-US" dirty="0"/>
              <a:t>Cột phải — Trạm &amp; LED:</a:t>
            </a:r>
          </a:p>
          <a:p>
            <a:r>
              <a:rPr lang="en-US" dirty="0"/>
              <a:t>- HC-SR04 đo khoảng cách; robot dừng khi dist ≤ 2cm.</a:t>
            </a:r>
          </a:p>
          <a:p>
            <a:r>
              <a:rPr lang="en-US" dirty="0"/>
              <a:t>- LED1 (RC2): bật khi Start, tắt khi END.</a:t>
            </a:r>
          </a:p>
          <a:p>
            <a:r>
              <a:rPr lang="en-US" dirty="0"/>
              <a:t>- LED2 (RC1): nháy khi lấy bi thành công tại trạm.</a:t>
            </a:r>
          </a:p>
        </p:txBody>
      </p:sp>
      <p:sp>
        <p:nvSpPr>
          <p:cNvPr id="4" name="Slide Number Placeholder 3">
            <a:extLst>
              <a:ext uri="{FF2B5EF4-FFF2-40B4-BE49-F238E27FC236}">
                <a16:creationId xmlns:a16="http://schemas.microsoft.com/office/drawing/2014/main" id="{0BE62E66-FC29-ED5D-F29D-FAD1B7BA29FD}"/>
              </a:ext>
            </a:extLst>
          </p:cNvPr>
          <p:cNvSpPr>
            <a:spLocks noGrp="1"/>
          </p:cNvSpPr>
          <p:nvPr>
            <p:ph type="sldNum" sz="quarter" idx="5"/>
          </p:nvPr>
        </p:nvSpPr>
        <p:spPr/>
        <p:txBody>
          <a:bodyPr/>
          <a:lstStyle/>
          <a:p>
            <a:fld id="{0E1B736C-7E22-4286-9492-6D135922483F}" type="slidenum">
              <a:rPr kumimoji="1" lang="ja-JP" altLang="en-US" smtClean="0"/>
              <a:t>3</a:t>
            </a:fld>
            <a:endParaRPr kumimoji="1" lang="ja-JP" altLang="en-US"/>
          </a:p>
        </p:txBody>
      </p:sp>
    </p:spTree>
    <p:extLst>
      <p:ext uri="{BB962C8B-B14F-4D97-AF65-F5344CB8AC3E}">
        <p14:creationId xmlns:p14="http://schemas.microsoft.com/office/powerpoint/2010/main" val="22133761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BF397-2387-3709-FFCF-2D18909997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B48466-6F95-CA88-9CF1-BBFC998955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08E3AC-77DD-D072-CEBE-DA9E1ECCA6D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550148-A43D-C08C-1E8A-D6446A3EFE21}"/>
              </a:ext>
            </a:extLst>
          </p:cNvPr>
          <p:cNvSpPr>
            <a:spLocks noGrp="1"/>
          </p:cNvSpPr>
          <p:nvPr>
            <p:ph type="sldNum" sz="quarter" idx="5"/>
          </p:nvPr>
        </p:nvSpPr>
        <p:spPr/>
        <p:txBody>
          <a:bodyPr/>
          <a:lstStyle/>
          <a:p>
            <a:fld id="{0E1B736C-7E22-4286-9492-6D135922483F}" type="slidenum">
              <a:rPr kumimoji="1" lang="ja-JP" altLang="en-US" smtClean="0"/>
              <a:t>4</a:t>
            </a:fld>
            <a:endParaRPr kumimoji="1" lang="ja-JP" altLang="en-US"/>
          </a:p>
        </p:txBody>
      </p:sp>
    </p:spTree>
    <p:extLst>
      <p:ext uri="{BB962C8B-B14F-4D97-AF65-F5344CB8AC3E}">
        <p14:creationId xmlns:p14="http://schemas.microsoft.com/office/powerpoint/2010/main" val="24619367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ECEE2-9A3D-592D-3151-03F4B85B57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E145F1-E5BA-8006-70D3-CCAAD1B6B3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DA4140-4F41-145B-79A8-EB3F8D52AE7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B271312-6978-A06A-D6A4-483DB6EE72C8}"/>
              </a:ext>
            </a:extLst>
          </p:cNvPr>
          <p:cNvSpPr>
            <a:spLocks noGrp="1"/>
          </p:cNvSpPr>
          <p:nvPr>
            <p:ph type="sldNum" sz="quarter" idx="5"/>
          </p:nvPr>
        </p:nvSpPr>
        <p:spPr/>
        <p:txBody>
          <a:bodyPr/>
          <a:lstStyle/>
          <a:p>
            <a:fld id="{0E1B736C-7E22-4286-9492-6D135922483F}" type="slidenum">
              <a:rPr kumimoji="1" lang="ja-JP" altLang="en-US" smtClean="0"/>
              <a:t>5</a:t>
            </a:fld>
            <a:endParaRPr kumimoji="1" lang="ja-JP" altLang="en-US"/>
          </a:p>
        </p:txBody>
      </p:sp>
    </p:spTree>
    <p:extLst>
      <p:ext uri="{BB962C8B-B14F-4D97-AF65-F5344CB8AC3E}">
        <p14:creationId xmlns:p14="http://schemas.microsoft.com/office/powerpoint/2010/main" val="12092677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2F273-00CF-C683-2D30-D296EED367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6574D5-1AD1-0C82-CDE4-86021FBB38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29FE63-0920-B36D-7487-37BEBDAB8DB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286DEE6-B24C-6CD9-291C-E03732C89BA8}"/>
              </a:ext>
            </a:extLst>
          </p:cNvPr>
          <p:cNvSpPr>
            <a:spLocks noGrp="1"/>
          </p:cNvSpPr>
          <p:nvPr>
            <p:ph type="sldNum" sz="quarter" idx="5"/>
          </p:nvPr>
        </p:nvSpPr>
        <p:spPr/>
        <p:txBody>
          <a:bodyPr/>
          <a:lstStyle/>
          <a:p>
            <a:fld id="{0E1B736C-7E22-4286-9492-6D135922483F}" type="slidenum">
              <a:rPr kumimoji="1" lang="ja-JP" altLang="en-US" smtClean="0"/>
              <a:t>6</a:t>
            </a:fld>
            <a:endParaRPr kumimoji="1" lang="ja-JP" altLang="en-US"/>
          </a:p>
        </p:txBody>
      </p:sp>
    </p:spTree>
    <p:extLst>
      <p:ext uri="{BB962C8B-B14F-4D97-AF65-F5344CB8AC3E}">
        <p14:creationId xmlns:p14="http://schemas.microsoft.com/office/powerpoint/2010/main" val="16004365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FD454-A5F5-C016-FFDB-EA3C393B6F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9D58F5-44D4-9786-EE47-7BE2D8C1E7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5E77FF-208F-D082-4541-C830558E0B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BFEE76-D229-C471-3F9A-04B621A7E97D}"/>
              </a:ext>
            </a:extLst>
          </p:cNvPr>
          <p:cNvSpPr>
            <a:spLocks noGrp="1"/>
          </p:cNvSpPr>
          <p:nvPr>
            <p:ph type="sldNum" sz="quarter" idx="5"/>
          </p:nvPr>
        </p:nvSpPr>
        <p:spPr/>
        <p:txBody>
          <a:bodyPr/>
          <a:lstStyle/>
          <a:p>
            <a:fld id="{0E1B736C-7E22-4286-9492-6D135922483F}" type="slidenum">
              <a:rPr kumimoji="1" lang="ja-JP" altLang="en-US" smtClean="0"/>
              <a:t>7</a:t>
            </a:fld>
            <a:endParaRPr kumimoji="1" lang="ja-JP" altLang="en-US"/>
          </a:p>
        </p:txBody>
      </p:sp>
    </p:spTree>
    <p:extLst>
      <p:ext uri="{BB962C8B-B14F-4D97-AF65-F5344CB8AC3E}">
        <p14:creationId xmlns:p14="http://schemas.microsoft.com/office/powerpoint/2010/main" val="12166218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66A68-B69D-6741-E831-43B55C5698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7B2F83-3095-AA93-6D16-B23D807CDB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31E65C-AB9F-98D7-FD31-5910390F92A7}"/>
              </a:ext>
            </a:extLst>
          </p:cNvPr>
          <p:cNvSpPr>
            <a:spLocks noGrp="1"/>
          </p:cNvSpPr>
          <p:nvPr>
            <p:ph type="body" idx="1"/>
          </p:nvPr>
        </p:nvSpPr>
        <p:spPr/>
        <p:txBody>
          <a:bodyPr/>
          <a:lstStyle/>
          <a:p>
            <a:r>
              <a:rPr lang="en-US" b="1" dirty="0" err="1"/>
              <a:t>Ví</a:t>
            </a:r>
            <a:r>
              <a:rPr lang="en-US" b="1" dirty="0"/>
              <a:t> </a:t>
            </a:r>
            <a:r>
              <a:rPr lang="en-US" b="1" dirty="0" err="1"/>
              <a:t>dụ</a:t>
            </a:r>
            <a:r>
              <a:rPr lang="en-US" b="1" dirty="0"/>
              <a:t>:</a:t>
            </a:r>
          </a:p>
          <a:p>
            <a:r>
              <a:rPr lang="en-US" b="1" dirty="0"/>
              <a:t>🔹 Ban </a:t>
            </a:r>
            <a:r>
              <a:rPr lang="en-US" b="1" dirty="0" err="1"/>
              <a:t>đầu</a:t>
            </a:r>
            <a:r>
              <a:rPr lang="en-US" b="1" dirty="0"/>
              <a:t>: </a:t>
            </a:r>
            <a:r>
              <a:rPr lang="en-US" dirty="0" err="1"/>
              <a:t>checkpoint_id</a:t>
            </a:r>
            <a:r>
              <a:rPr lang="en-US" dirty="0"/>
              <a:t> = 1</a:t>
            </a:r>
          </a:p>
          <a:p>
            <a:r>
              <a:rPr lang="en-US" dirty="0"/>
              <a:t>🔹 Sau </a:t>
            </a:r>
            <a:r>
              <a:rPr lang="en-US" dirty="0" err="1"/>
              <a:t>khi</a:t>
            </a:r>
            <a:r>
              <a:rPr lang="en-US" dirty="0"/>
              <a:t> qua station: </a:t>
            </a:r>
            <a:r>
              <a:rPr lang="en-US" dirty="0" err="1"/>
              <a:t>checkpoint_id</a:t>
            </a:r>
            <a:r>
              <a:rPr lang="en-US" dirty="0"/>
              <a:t> = 2</a:t>
            </a:r>
            <a:br>
              <a:rPr lang="en-US" dirty="0"/>
            </a:br>
            <a:r>
              <a:rPr lang="en-US" dirty="0"/>
              <a:t>      </a:t>
            </a:r>
            <a:r>
              <a:rPr lang="en-US" dirty="0" err="1"/>
              <a:t>ball_taken</a:t>
            </a:r>
            <a:r>
              <a:rPr lang="en-US" dirty="0"/>
              <a:t> = true</a:t>
            </a:r>
          </a:p>
          <a:p>
            <a:r>
              <a:rPr lang="en-US" dirty="0"/>
              <a:t>🔹 </a:t>
            </a:r>
            <a:r>
              <a:rPr lang="en-US" dirty="0" err="1"/>
              <a:t>Gần</a:t>
            </a:r>
            <a:r>
              <a:rPr lang="en-US" dirty="0"/>
              <a:t> END: </a:t>
            </a:r>
            <a:r>
              <a:rPr lang="en-US" dirty="0" err="1"/>
              <a:t>checkpoint_id</a:t>
            </a:r>
            <a:r>
              <a:rPr lang="en-US" dirty="0"/>
              <a:t> = 3</a:t>
            </a:r>
            <a:endParaRPr lang="en-US" b="1" dirty="0"/>
          </a:p>
          <a:p>
            <a:endParaRPr lang="en-US" dirty="0"/>
          </a:p>
        </p:txBody>
      </p:sp>
      <p:sp>
        <p:nvSpPr>
          <p:cNvPr id="4" name="Slide Number Placeholder 3">
            <a:extLst>
              <a:ext uri="{FF2B5EF4-FFF2-40B4-BE49-F238E27FC236}">
                <a16:creationId xmlns:a16="http://schemas.microsoft.com/office/drawing/2014/main" id="{B469E0F7-B709-4CF8-971F-4F58AAF80485}"/>
              </a:ext>
            </a:extLst>
          </p:cNvPr>
          <p:cNvSpPr>
            <a:spLocks noGrp="1"/>
          </p:cNvSpPr>
          <p:nvPr>
            <p:ph type="sldNum" sz="quarter" idx="5"/>
          </p:nvPr>
        </p:nvSpPr>
        <p:spPr/>
        <p:txBody>
          <a:bodyPr/>
          <a:lstStyle/>
          <a:p>
            <a:fld id="{0E1B736C-7E22-4286-9492-6D135922483F}" type="slidenum">
              <a:rPr kumimoji="1" lang="ja-JP" altLang="en-US" smtClean="0"/>
              <a:t>8</a:t>
            </a:fld>
            <a:endParaRPr kumimoji="1" lang="ja-JP" altLang="en-US"/>
          </a:p>
        </p:txBody>
      </p:sp>
    </p:spTree>
    <p:extLst>
      <p:ext uri="{BB962C8B-B14F-4D97-AF65-F5344CB8AC3E}">
        <p14:creationId xmlns:p14="http://schemas.microsoft.com/office/powerpoint/2010/main" val="24734469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C15B4-A8AB-A53F-D0B2-CDACEFDF4C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CA2147-3CD6-949D-7466-DD76BA8917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12F493-2CD9-3BBA-D499-B800BFC9F995}"/>
              </a:ext>
            </a:extLst>
          </p:cNvPr>
          <p:cNvSpPr>
            <a:spLocks noGrp="1"/>
          </p:cNvSpPr>
          <p:nvPr>
            <p:ph type="body" idx="1"/>
          </p:nvPr>
        </p:nvSpPr>
        <p:spPr/>
        <p:txBody>
          <a:bodyPr/>
          <a:lstStyle/>
          <a:p>
            <a:r>
              <a:rPr lang="en-US" b="1" dirty="0" err="1"/>
              <a:t>Ví</a:t>
            </a:r>
            <a:r>
              <a:rPr lang="en-US" b="1" dirty="0"/>
              <a:t> </a:t>
            </a:r>
            <a:r>
              <a:rPr lang="en-US" b="1" dirty="0" err="1"/>
              <a:t>dụ</a:t>
            </a:r>
            <a:r>
              <a:rPr lang="en-US" b="1" dirty="0"/>
              <a:t>:</a:t>
            </a:r>
          </a:p>
          <a:p>
            <a:r>
              <a:rPr lang="en-US" b="1" dirty="0"/>
              <a:t>🔹 Ban </a:t>
            </a:r>
            <a:r>
              <a:rPr lang="en-US" b="1" dirty="0" err="1"/>
              <a:t>đầu</a:t>
            </a:r>
            <a:r>
              <a:rPr lang="en-US" b="1" dirty="0"/>
              <a:t>: </a:t>
            </a:r>
            <a:r>
              <a:rPr lang="en-US" dirty="0" err="1"/>
              <a:t>checkpoint_id</a:t>
            </a:r>
            <a:r>
              <a:rPr lang="en-US" dirty="0"/>
              <a:t> = 1</a:t>
            </a:r>
          </a:p>
          <a:p>
            <a:r>
              <a:rPr lang="en-US" dirty="0"/>
              <a:t>🔹 Sau </a:t>
            </a:r>
            <a:r>
              <a:rPr lang="en-US" dirty="0" err="1"/>
              <a:t>khi</a:t>
            </a:r>
            <a:r>
              <a:rPr lang="en-US" dirty="0"/>
              <a:t> qua station: </a:t>
            </a:r>
            <a:r>
              <a:rPr lang="en-US" dirty="0" err="1"/>
              <a:t>checkpoint_id</a:t>
            </a:r>
            <a:r>
              <a:rPr lang="en-US" dirty="0"/>
              <a:t> = 2</a:t>
            </a:r>
            <a:br>
              <a:rPr lang="en-US" dirty="0"/>
            </a:br>
            <a:r>
              <a:rPr lang="en-US" dirty="0"/>
              <a:t>      </a:t>
            </a:r>
            <a:r>
              <a:rPr lang="en-US" dirty="0" err="1"/>
              <a:t>ball_taken</a:t>
            </a:r>
            <a:r>
              <a:rPr lang="en-US" dirty="0"/>
              <a:t> = true</a:t>
            </a:r>
          </a:p>
          <a:p>
            <a:r>
              <a:rPr lang="en-US" dirty="0"/>
              <a:t>🔹 </a:t>
            </a:r>
            <a:r>
              <a:rPr lang="en-US" dirty="0" err="1"/>
              <a:t>Gần</a:t>
            </a:r>
            <a:r>
              <a:rPr lang="en-US" dirty="0"/>
              <a:t> END: </a:t>
            </a:r>
            <a:r>
              <a:rPr lang="en-US" dirty="0" err="1"/>
              <a:t>checkpoint_id</a:t>
            </a:r>
            <a:r>
              <a:rPr lang="en-US" dirty="0"/>
              <a:t> = 3</a:t>
            </a:r>
            <a:endParaRPr lang="en-US" b="1" dirty="0"/>
          </a:p>
          <a:p>
            <a:endParaRPr lang="en-US" dirty="0"/>
          </a:p>
        </p:txBody>
      </p:sp>
      <p:sp>
        <p:nvSpPr>
          <p:cNvPr id="4" name="Slide Number Placeholder 3">
            <a:extLst>
              <a:ext uri="{FF2B5EF4-FFF2-40B4-BE49-F238E27FC236}">
                <a16:creationId xmlns:a16="http://schemas.microsoft.com/office/drawing/2014/main" id="{5BBA1119-58AD-1DBD-BD3B-F7087C7D5575}"/>
              </a:ext>
            </a:extLst>
          </p:cNvPr>
          <p:cNvSpPr>
            <a:spLocks noGrp="1"/>
          </p:cNvSpPr>
          <p:nvPr>
            <p:ph type="sldNum" sz="quarter" idx="5"/>
          </p:nvPr>
        </p:nvSpPr>
        <p:spPr/>
        <p:txBody>
          <a:bodyPr/>
          <a:lstStyle/>
          <a:p>
            <a:fld id="{0E1B736C-7E22-4286-9492-6D135922483F}" type="slidenum">
              <a:rPr kumimoji="1" lang="ja-JP" altLang="en-US" smtClean="0"/>
              <a:t>9</a:t>
            </a:fld>
            <a:endParaRPr kumimoji="1" lang="ja-JP" altLang="en-US"/>
          </a:p>
        </p:txBody>
      </p:sp>
    </p:spTree>
    <p:extLst>
      <p:ext uri="{BB962C8B-B14F-4D97-AF65-F5344CB8AC3E}">
        <p14:creationId xmlns:p14="http://schemas.microsoft.com/office/powerpoint/2010/main" val="32770335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48EE8-A6D3-F019-CB92-2E43608277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6D5D7A-372B-A582-209B-E701AEB431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E63BEF-42B1-35EF-AE72-667070F1267F}"/>
              </a:ext>
            </a:extLst>
          </p:cNvPr>
          <p:cNvSpPr>
            <a:spLocks noGrp="1"/>
          </p:cNvSpPr>
          <p:nvPr>
            <p:ph type="body" idx="1"/>
          </p:nvPr>
        </p:nvSpPr>
        <p:spPr/>
        <p:txBody>
          <a:bodyPr/>
          <a:lstStyle/>
          <a:p>
            <a:r>
              <a:rPr lang="en-US" b="1" dirty="0"/>
              <a:t>[EN] This slide shows the software architecture of the Line Follower Robot.</a:t>
            </a:r>
          </a:p>
          <a:p>
            <a:r>
              <a:rPr lang="en-US" b="1" dirty="0"/>
              <a:t>Module tree (how functions are organized under each timer): and 9 states FSM flow</a:t>
            </a:r>
          </a:p>
          <a:p>
            <a:r>
              <a:rPr lang="en-US" dirty="0"/>
              <a:t>- Main() calls set_Init() for hardware setup, then enters while(true) running the FSM loop.</a:t>
            </a:r>
          </a:p>
          <a:p>
            <a:r>
              <a:rPr lang="en-US" dirty="0"/>
              <a:t>- Timer 0 ISR → chartering(): reads 3 IR sensors, applies chatter filter, updates FSM state.</a:t>
            </a:r>
          </a:p>
          <a:p>
            <a:r>
              <a:rPr lang="en-US" dirty="0"/>
              <a:t>- Timer 1 ISR → readEcho(): processes HC-SR04 echo pulse, calculates distance. Also handles led() and timer_get_ms().</a:t>
            </a:r>
          </a:p>
          <a:p>
            <a:r>
              <a:rPr lang="en-US" dirty="0"/>
              <a:t>- Timer 2 ISR → duty_motor(): updates PWM duty cycles for both DC motors via TB8833.</a:t>
            </a:r>
          </a:p>
          <a:p>
            <a:r>
              <a:rPr lang="en-US" b="0" dirty="0"/>
              <a:t>9-State FSM flow:</a:t>
            </a:r>
          </a:p>
          <a:p>
            <a:r>
              <a:rPr lang="en-US" b="0" dirty="0"/>
              <a:t>IDLE → FOLLOW LINE → STATION → STATION STOP → STATION BACK → NAV → BACK → ERROR → END.</a:t>
            </a:r>
          </a:p>
          <a:p>
            <a:r>
              <a:rPr lang="en-US" b="0" dirty="0"/>
              <a:t>The transition() function ensures safe exit→entry ordering between states.</a:t>
            </a:r>
          </a:p>
          <a:p>
            <a:endParaRPr lang="en-US" dirty="0"/>
          </a:p>
          <a:p>
            <a:r>
              <a:rPr lang="en-US" dirty="0"/>
              <a:t>[VI] Slide này mô tả kiến trúc phần mềm của robot bám đường.</a:t>
            </a:r>
          </a:p>
          <a:p>
            <a:r>
              <a:rPr lang="en-US" dirty="0" err="1"/>
              <a:t>Cây</a:t>
            </a:r>
            <a:r>
              <a:rPr lang="en-US" dirty="0"/>
              <a:t> module (cách các hàm được tổ chức dưới từng timer):</a:t>
            </a:r>
          </a:p>
          <a:p>
            <a:r>
              <a:rPr lang="en-US" dirty="0"/>
              <a:t>- Main() gọi set_Init() cấu hình phần cứng, rồi vào while(true) chạy vòng lặp FSM.</a:t>
            </a:r>
          </a:p>
          <a:p>
            <a:r>
              <a:rPr lang="en-US" dirty="0"/>
              <a:t>- Ngắt Timer 0 → chartering(): đọc 3 cảm biến IR, lọc chatter, cập nhật state FSM.</a:t>
            </a:r>
          </a:p>
          <a:p>
            <a:r>
              <a:rPr lang="en-US" dirty="0"/>
              <a:t>- Ngắt Timer 1 → readEcho(): xử lý xung echo HC-SR04, tính khoảng cách. Cũng xử lý led() và timer_get_ms().</a:t>
            </a:r>
          </a:p>
          <a:p>
            <a:r>
              <a:rPr lang="en-US" dirty="0"/>
              <a:t>- Ngắt Timer 2 → duty_motor(): cập nhật duty cycle PWM cho 2 motor DC qua TB8833.</a:t>
            </a:r>
          </a:p>
          <a:p>
            <a:r>
              <a:rPr lang="en-US" dirty="0" err="1"/>
              <a:t>Luồng</a:t>
            </a:r>
            <a:r>
              <a:rPr lang="en-US" dirty="0"/>
              <a:t> FSM 9 trạng thái:</a:t>
            </a:r>
          </a:p>
          <a:p>
            <a:r>
              <a:rPr lang="en-US" dirty="0"/>
              <a:t>IDLE → FOLLOW LINE → STATION → STATION STOP → STATION BACK → NAV → BACK → ERROR → END.</a:t>
            </a:r>
          </a:p>
          <a:p>
            <a:r>
              <a:rPr lang="en-US" dirty="0"/>
              <a:t>Hàm transition() đảm bảo thứ tự exit→entry an toàn giữa các state.</a:t>
            </a:r>
          </a:p>
        </p:txBody>
      </p:sp>
      <p:sp>
        <p:nvSpPr>
          <p:cNvPr id="4" name="Slide Number Placeholder 3">
            <a:extLst>
              <a:ext uri="{FF2B5EF4-FFF2-40B4-BE49-F238E27FC236}">
                <a16:creationId xmlns:a16="http://schemas.microsoft.com/office/drawing/2014/main" id="{580ADDB1-3C80-292E-127E-B27C14AC270D}"/>
              </a:ext>
            </a:extLst>
          </p:cNvPr>
          <p:cNvSpPr>
            <a:spLocks noGrp="1"/>
          </p:cNvSpPr>
          <p:nvPr>
            <p:ph type="sldNum" sz="quarter" idx="5"/>
          </p:nvPr>
        </p:nvSpPr>
        <p:spPr/>
        <p:txBody>
          <a:bodyPr/>
          <a:lstStyle/>
          <a:p>
            <a:fld id="{0E1B736C-7E22-4286-9492-6D135922483F}" type="slidenum">
              <a:rPr kumimoji="1" lang="ja-JP" altLang="en-US" smtClean="0"/>
              <a:t>10</a:t>
            </a:fld>
            <a:endParaRPr kumimoji="1" lang="ja-JP" altLang="en-US"/>
          </a:p>
        </p:txBody>
      </p:sp>
    </p:spTree>
    <p:extLst>
      <p:ext uri="{BB962C8B-B14F-4D97-AF65-F5344CB8AC3E}">
        <p14:creationId xmlns:p14="http://schemas.microsoft.com/office/powerpoint/2010/main" val="38163882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2BDC6-1CD2-1A26-03DD-99C7DEFBD5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5CB728-E925-A8AB-5BCE-20077EC0ED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BFA83E-DD2B-5A2D-D129-86D531085418}"/>
              </a:ext>
            </a:extLst>
          </p:cNvPr>
          <p:cNvSpPr>
            <a:spLocks noGrp="1"/>
          </p:cNvSpPr>
          <p:nvPr>
            <p:ph type="body" idx="1"/>
          </p:nvPr>
        </p:nvSpPr>
        <p:spPr/>
        <p:txBody>
          <a:bodyPr/>
          <a:lstStyle/>
          <a:p>
            <a:r>
              <a:rPr kumimoji="1" lang="en-US" sz="1200" b="1" i="0" kern="1200" dirty="0">
                <a:solidFill>
                  <a:schemeClr val="tx1"/>
                </a:solidFill>
                <a:effectLst/>
                <a:latin typeface="+mn-lt"/>
                <a:ea typeface="+mn-ea"/>
                <a:cs typeface="+mn-cs"/>
              </a:rPr>
              <a:t>[EN] Next are the slides containing the main program flowchart, initialization logic, and control concept, including the MAIN, STATES, CHARTERING, NAV flowcharts.</a:t>
            </a:r>
          </a:p>
          <a:p>
            <a:endParaRPr lang="en-US" dirty="0"/>
          </a:p>
          <a:p>
            <a:r>
              <a:rPr lang="en-US" dirty="0"/>
              <a:t>[VI] </a:t>
            </a:r>
            <a:r>
              <a:rPr lang="en-US" dirty="0" err="1"/>
              <a:t>Tiếp</a:t>
            </a:r>
            <a:r>
              <a:rPr lang="en-US" dirty="0"/>
              <a:t> </a:t>
            </a:r>
            <a:r>
              <a:rPr lang="en-US" dirty="0" err="1"/>
              <a:t>theo</a:t>
            </a:r>
            <a:r>
              <a:rPr lang="en-US" dirty="0"/>
              <a:t> </a:t>
            </a:r>
            <a:r>
              <a:rPr lang="en-US" dirty="0" err="1"/>
              <a:t>là</a:t>
            </a:r>
            <a:r>
              <a:rPr lang="en-US" dirty="0"/>
              <a:t> </a:t>
            </a:r>
            <a:r>
              <a:rPr lang="en-US" dirty="0" err="1"/>
              <a:t>các</a:t>
            </a:r>
            <a:r>
              <a:rPr lang="en-US" dirty="0"/>
              <a:t> Slide </a:t>
            </a:r>
            <a:r>
              <a:rPr lang="en-US" dirty="0" err="1"/>
              <a:t>chứa</a:t>
            </a:r>
            <a:r>
              <a:rPr lang="en-US" dirty="0"/>
              <a:t> flowchart chương </a:t>
            </a:r>
            <a:r>
              <a:rPr lang="en-US" dirty="0" err="1"/>
              <a:t>trình</a:t>
            </a:r>
            <a:r>
              <a:rPr lang="en-US" dirty="0"/>
              <a:t> </a:t>
            </a:r>
            <a:r>
              <a:rPr lang="en-US" dirty="0" err="1"/>
              <a:t>chính</a:t>
            </a:r>
            <a:r>
              <a:rPr lang="en-US" dirty="0"/>
              <a:t>, logic </a:t>
            </a:r>
            <a:r>
              <a:rPr lang="en-US" dirty="0" err="1"/>
              <a:t>khởi</a:t>
            </a:r>
            <a:r>
              <a:rPr lang="en-US" dirty="0"/>
              <a:t> </a:t>
            </a:r>
            <a:r>
              <a:rPr lang="en-US" dirty="0" err="1"/>
              <a:t>tạo</a:t>
            </a:r>
            <a:r>
              <a:rPr lang="en-US" dirty="0"/>
              <a:t> </a:t>
            </a:r>
            <a:r>
              <a:rPr lang="en-US" dirty="0" err="1"/>
              <a:t>và</a:t>
            </a:r>
            <a:r>
              <a:rPr lang="en-US" dirty="0"/>
              <a:t> ý </a:t>
            </a:r>
            <a:r>
              <a:rPr lang="en-US" dirty="0" err="1"/>
              <a:t>tưởng</a:t>
            </a:r>
            <a:r>
              <a:rPr lang="en-US" dirty="0"/>
              <a:t> </a:t>
            </a:r>
            <a:r>
              <a:rPr lang="en-US" dirty="0" err="1"/>
              <a:t>điều</a:t>
            </a:r>
            <a:r>
              <a:rPr lang="en-US" dirty="0"/>
              <a:t> </a:t>
            </a:r>
            <a:r>
              <a:rPr lang="en-US" dirty="0" err="1"/>
              <a:t>khiển</a:t>
            </a:r>
            <a:endParaRPr lang="en-US" dirty="0"/>
          </a:p>
          <a:p>
            <a:r>
              <a:rPr lang="en-US" dirty="0" err="1"/>
              <a:t>Gồm</a:t>
            </a:r>
            <a:r>
              <a:rPr lang="en-US" dirty="0"/>
              <a:t> </a:t>
            </a:r>
            <a:r>
              <a:rPr lang="en-US" dirty="0" err="1"/>
              <a:t>có</a:t>
            </a:r>
            <a:r>
              <a:rPr lang="en-US" dirty="0"/>
              <a:t> flowchart MAIN, STATES, CHARTERING, NAV, </a:t>
            </a:r>
          </a:p>
        </p:txBody>
      </p:sp>
      <p:sp>
        <p:nvSpPr>
          <p:cNvPr id="4" name="Slide Number Placeholder 3">
            <a:extLst>
              <a:ext uri="{FF2B5EF4-FFF2-40B4-BE49-F238E27FC236}">
                <a16:creationId xmlns:a16="http://schemas.microsoft.com/office/drawing/2014/main" id="{02D7E436-098A-E60B-DF32-B8ECCF7A9EF2}"/>
              </a:ext>
            </a:extLst>
          </p:cNvPr>
          <p:cNvSpPr>
            <a:spLocks noGrp="1"/>
          </p:cNvSpPr>
          <p:nvPr>
            <p:ph type="sldNum" sz="quarter" idx="5"/>
          </p:nvPr>
        </p:nvSpPr>
        <p:spPr/>
        <p:txBody>
          <a:bodyPr/>
          <a:lstStyle/>
          <a:p>
            <a:fld id="{0E1B736C-7E22-4286-9492-6D135922483F}" type="slidenum">
              <a:rPr kumimoji="1" lang="ja-JP" altLang="en-US" smtClean="0"/>
              <a:t>11</a:t>
            </a:fld>
            <a:endParaRPr kumimoji="1" lang="ja-JP" altLang="en-US"/>
          </a:p>
        </p:txBody>
      </p:sp>
    </p:spTree>
    <p:extLst>
      <p:ext uri="{BB962C8B-B14F-4D97-AF65-F5344CB8AC3E}">
        <p14:creationId xmlns:p14="http://schemas.microsoft.com/office/powerpoint/2010/main" val="21136299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C57D5-1521-9B06-B49E-860C102C7A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02BCC6-D93B-5349-FF89-321246CE33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119384-E2CD-E728-6DEA-8F6BCFAB487E}"/>
              </a:ext>
            </a:extLst>
          </p:cNvPr>
          <p:cNvSpPr>
            <a:spLocks noGrp="1"/>
          </p:cNvSpPr>
          <p:nvPr>
            <p:ph type="body" idx="1"/>
          </p:nvPr>
        </p:nvSpPr>
        <p:spPr/>
        <p:txBody>
          <a:bodyPr/>
          <a:lstStyle/>
          <a:p>
            <a:r>
              <a:rPr kumimoji="1" lang="en-US" sz="1200" b="1" i="0" kern="1200" dirty="0">
                <a:solidFill>
                  <a:schemeClr val="tx1"/>
                </a:solidFill>
                <a:effectLst/>
                <a:latin typeface="+mn-lt"/>
                <a:ea typeface="+mn-ea"/>
                <a:cs typeface="+mn-cs"/>
              </a:rPr>
              <a:t>[EN] Next are the slides containing the main program flowchart, initialization logic, and control concept, including the MAIN, STATES, CHARTERING, NAV flowcharts.</a:t>
            </a:r>
          </a:p>
          <a:p>
            <a:endParaRPr lang="en-US" dirty="0"/>
          </a:p>
          <a:p>
            <a:r>
              <a:rPr lang="en-US" dirty="0"/>
              <a:t>[VI] </a:t>
            </a:r>
            <a:r>
              <a:rPr lang="en-US" dirty="0" err="1"/>
              <a:t>Tiếp</a:t>
            </a:r>
            <a:r>
              <a:rPr lang="en-US" dirty="0"/>
              <a:t> </a:t>
            </a:r>
            <a:r>
              <a:rPr lang="en-US" dirty="0" err="1"/>
              <a:t>theo</a:t>
            </a:r>
            <a:r>
              <a:rPr lang="en-US" dirty="0"/>
              <a:t> </a:t>
            </a:r>
            <a:r>
              <a:rPr lang="en-US" dirty="0" err="1"/>
              <a:t>là</a:t>
            </a:r>
            <a:r>
              <a:rPr lang="en-US" dirty="0"/>
              <a:t> </a:t>
            </a:r>
            <a:r>
              <a:rPr lang="en-US" dirty="0" err="1"/>
              <a:t>các</a:t>
            </a:r>
            <a:r>
              <a:rPr lang="en-US" dirty="0"/>
              <a:t> Slide </a:t>
            </a:r>
            <a:r>
              <a:rPr lang="en-US" dirty="0" err="1"/>
              <a:t>chứa</a:t>
            </a:r>
            <a:r>
              <a:rPr lang="en-US" dirty="0"/>
              <a:t> flowchart chương </a:t>
            </a:r>
            <a:r>
              <a:rPr lang="en-US" dirty="0" err="1"/>
              <a:t>trình</a:t>
            </a:r>
            <a:r>
              <a:rPr lang="en-US" dirty="0"/>
              <a:t> </a:t>
            </a:r>
            <a:r>
              <a:rPr lang="en-US" dirty="0" err="1"/>
              <a:t>chính</a:t>
            </a:r>
            <a:r>
              <a:rPr lang="en-US" dirty="0"/>
              <a:t>, logic </a:t>
            </a:r>
            <a:r>
              <a:rPr lang="en-US" dirty="0" err="1"/>
              <a:t>khởi</a:t>
            </a:r>
            <a:r>
              <a:rPr lang="en-US" dirty="0"/>
              <a:t> </a:t>
            </a:r>
            <a:r>
              <a:rPr lang="en-US" dirty="0" err="1"/>
              <a:t>tạo</a:t>
            </a:r>
            <a:r>
              <a:rPr lang="en-US" dirty="0"/>
              <a:t> </a:t>
            </a:r>
            <a:r>
              <a:rPr lang="en-US" dirty="0" err="1"/>
              <a:t>và</a:t>
            </a:r>
            <a:r>
              <a:rPr lang="en-US" dirty="0"/>
              <a:t> ý </a:t>
            </a:r>
            <a:r>
              <a:rPr lang="en-US" dirty="0" err="1"/>
              <a:t>tưởng</a:t>
            </a:r>
            <a:r>
              <a:rPr lang="en-US" dirty="0"/>
              <a:t> </a:t>
            </a:r>
            <a:r>
              <a:rPr lang="en-US" dirty="0" err="1"/>
              <a:t>điều</a:t>
            </a:r>
            <a:r>
              <a:rPr lang="en-US" dirty="0"/>
              <a:t> </a:t>
            </a:r>
            <a:r>
              <a:rPr lang="en-US" dirty="0" err="1"/>
              <a:t>khiển</a:t>
            </a:r>
            <a:endParaRPr lang="en-US" dirty="0"/>
          </a:p>
          <a:p>
            <a:r>
              <a:rPr lang="en-US" dirty="0" err="1"/>
              <a:t>Gồm</a:t>
            </a:r>
            <a:r>
              <a:rPr lang="en-US" dirty="0"/>
              <a:t> </a:t>
            </a:r>
            <a:r>
              <a:rPr lang="en-US" dirty="0" err="1"/>
              <a:t>có</a:t>
            </a:r>
            <a:r>
              <a:rPr lang="en-US" dirty="0"/>
              <a:t> flowchart MAIN, STATES, CHARTERING, NAV, </a:t>
            </a:r>
          </a:p>
        </p:txBody>
      </p:sp>
      <p:sp>
        <p:nvSpPr>
          <p:cNvPr id="4" name="Slide Number Placeholder 3">
            <a:extLst>
              <a:ext uri="{FF2B5EF4-FFF2-40B4-BE49-F238E27FC236}">
                <a16:creationId xmlns:a16="http://schemas.microsoft.com/office/drawing/2014/main" id="{881DCCE3-3409-C105-347E-E20C9E72BBA6}"/>
              </a:ext>
            </a:extLst>
          </p:cNvPr>
          <p:cNvSpPr>
            <a:spLocks noGrp="1"/>
          </p:cNvSpPr>
          <p:nvPr>
            <p:ph type="sldNum" sz="quarter" idx="5"/>
          </p:nvPr>
        </p:nvSpPr>
        <p:spPr/>
        <p:txBody>
          <a:bodyPr/>
          <a:lstStyle/>
          <a:p>
            <a:fld id="{0E1B736C-7E22-4286-9492-6D135922483F}" type="slidenum">
              <a:rPr kumimoji="1" lang="ja-JP" altLang="en-US" smtClean="0"/>
              <a:t>12</a:t>
            </a:fld>
            <a:endParaRPr kumimoji="1" lang="ja-JP" altLang="en-US"/>
          </a:p>
        </p:txBody>
      </p:sp>
    </p:spTree>
    <p:extLst>
      <p:ext uri="{BB962C8B-B14F-4D97-AF65-F5344CB8AC3E}">
        <p14:creationId xmlns:p14="http://schemas.microsoft.com/office/powerpoint/2010/main" val="31193261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4D2D7-5DF3-27A3-F1BC-E29EE0C924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CE8CB2-3378-E875-347C-E18392D243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F27682-D2A7-AB7F-DD4E-72535E4B9AE0}"/>
              </a:ext>
            </a:extLst>
          </p:cNvPr>
          <p:cNvSpPr>
            <a:spLocks noGrp="1"/>
          </p:cNvSpPr>
          <p:nvPr>
            <p:ph type="body" idx="1"/>
          </p:nvPr>
        </p:nvSpPr>
        <p:spPr/>
        <p:txBody>
          <a:bodyPr/>
          <a:lstStyle/>
          <a:p>
            <a:r>
              <a:rPr kumimoji="1" lang="en-US" sz="1200" b="1" i="0" kern="1200" dirty="0">
                <a:solidFill>
                  <a:schemeClr val="tx1"/>
                </a:solidFill>
                <a:effectLst/>
                <a:latin typeface="+mn-lt"/>
                <a:ea typeface="+mn-ea"/>
                <a:cs typeface="+mn-cs"/>
              </a:rPr>
              <a:t>[EN] Next includes the flowchart for TIMER0 interrupt controlling LED1, LED2, and the waiting time to take and release the ball</a:t>
            </a:r>
          </a:p>
          <a:p>
            <a:endParaRPr lang="en-US" dirty="0"/>
          </a:p>
          <a:p>
            <a:r>
              <a:rPr lang="en-US" dirty="0"/>
              <a:t>[VI] </a:t>
            </a:r>
            <a:r>
              <a:rPr lang="en-US" dirty="0" err="1"/>
              <a:t>Tiếp</a:t>
            </a:r>
            <a:r>
              <a:rPr lang="en-US" dirty="0"/>
              <a:t> </a:t>
            </a:r>
            <a:r>
              <a:rPr lang="en-US" dirty="0" err="1"/>
              <a:t>theo</a:t>
            </a:r>
            <a:r>
              <a:rPr lang="en-US" dirty="0"/>
              <a:t> </a:t>
            </a:r>
            <a:r>
              <a:rPr lang="en-US" dirty="0" err="1"/>
              <a:t>là</a:t>
            </a:r>
            <a:r>
              <a:rPr lang="en-US" dirty="0"/>
              <a:t> </a:t>
            </a:r>
            <a:r>
              <a:rPr lang="en-US" dirty="0" err="1"/>
              <a:t>các</a:t>
            </a:r>
            <a:r>
              <a:rPr lang="en-US" dirty="0"/>
              <a:t> Slide </a:t>
            </a:r>
            <a:r>
              <a:rPr lang="en-US" dirty="0" err="1"/>
              <a:t>chứa</a:t>
            </a:r>
            <a:r>
              <a:rPr lang="en-US" dirty="0"/>
              <a:t> flowchart </a:t>
            </a:r>
            <a:r>
              <a:rPr lang="en-US" dirty="0" err="1"/>
              <a:t>chương</a:t>
            </a:r>
            <a:r>
              <a:rPr lang="en-US" dirty="0"/>
              <a:t> </a:t>
            </a:r>
            <a:r>
              <a:rPr lang="en-US" dirty="0" err="1"/>
              <a:t>trình</a:t>
            </a:r>
            <a:r>
              <a:rPr lang="en-US" dirty="0"/>
              <a:t> </a:t>
            </a:r>
            <a:r>
              <a:rPr lang="en-US" dirty="0" err="1"/>
              <a:t>chính</a:t>
            </a:r>
            <a:r>
              <a:rPr lang="en-US" dirty="0"/>
              <a:t>, logic </a:t>
            </a:r>
            <a:r>
              <a:rPr lang="en-US" dirty="0" err="1"/>
              <a:t>khởi</a:t>
            </a:r>
            <a:r>
              <a:rPr lang="en-US" dirty="0"/>
              <a:t> </a:t>
            </a:r>
            <a:r>
              <a:rPr lang="en-US" dirty="0" err="1"/>
              <a:t>tạo</a:t>
            </a:r>
            <a:r>
              <a:rPr lang="en-US" dirty="0"/>
              <a:t> </a:t>
            </a:r>
            <a:r>
              <a:rPr lang="en-US" dirty="0" err="1"/>
              <a:t>và</a:t>
            </a:r>
            <a:r>
              <a:rPr lang="en-US" dirty="0"/>
              <a:t> ý </a:t>
            </a:r>
            <a:r>
              <a:rPr lang="en-US" dirty="0" err="1"/>
              <a:t>tưởng</a:t>
            </a:r>
            <a:r>
              <a:rPr lang="en-US" dirty="0"/>
              <a:t> </a:t>
            </a:r>
            <a:r>
              <a:rPr lang="en-US" dirty="0" err="1"/>
              <a:t>điều</a:t>
            </a:r>
            <a:r>
              <a:rPr lang="en-US" dirty="0"/>
              <a:t> </a:t>
            </a:r>
            <a:r>
              <a:rPr lang="en-US" dirty="0" err="1"/>
              <a:t>khiển</a:t>
            </a:r>
            <a:endParaRPr lang="en-US" dirty="0"/>
          </a:p>
          <a:p>
            <a:r>
              <a:rPr lang="en-US" dirty="0" err="1"/>
              <a:t>Gồm</a:t>
            </a:r>
            <a:r>
              <a:rPr lang="en-US" dirty="0"/>
              <a:t> </a:t>
            </a:r>
            <a:r>
              <a:rPr lang="en-US" dirty="0" err="1"/>
              <a:t>có</a:t>
            </a:r>
            <a:r>
              <a:rPr lang="en-US" dirty="0"/>
              <a:t> flowchart </a:t>
            </a:r>
            <a:r>
              <a:rPr lang="en-US" dirty="0" err="1"/>
              <a:t>ngắt</a:t>
            </a:r>
            <a:r>
              <a:rPr lang="en-US" dirty="0"/>
              <a:t> TIMER0 </a:t>
            </a:r>
            <a:r>
              <a:rPr lang="en-US" dirty="0" err="1"/>
              <a:t>điều</a:t>
            </a:r>
            <a:r>
              <a:rPr lang="en-US" dirty="0"/>
              <a:t> </a:t>
            </a:r>
            <a:r>
              <a:rPr lang="en-US" dirty="0" err="1"/>
              <a:t>khiển</a:t>
            </a:r>
            <a:r>
              <a:rPr lang="en-US" dirty="0"/>
              <a:t> LED1, LED2 </a:t>
            </a:r>
            <a:r>
              <a:rPr lang="en-US" dirty="0" err="1"/>
              <a:t>và</a:t>
            </a:r>
            <a:r>
              <a:rPr lang="en-US" dirty="0"/>
              <a:t> </a:t>
            </a:r>
            <a:r>
              <a:rPr lang="en-US" dirty="0" err="1"/>
              <a:t>thời</a:t>
            </a:r>
            <a:r>
              <a:rPr lang="en-US" dirty="0"/>
              <a:t> </a:t>
            </a:r>
            <a:r>
              <a:rPr lang="en-US" dirty="0" err="1"/>
              <a:t>gian</a:t>
            </a:r>
            <a:r>
              <a:rPr lang="en-US" dirty="0"/>
              <a:t> </a:t>
            </a:r>
            <a:r>
              <a:rPr lang="en-US" dirty="0" err="1"/>
              <a:t>chờ</a:t>
            </a:r>
            <a:r>
              <a:rPr lang="en-US" dirty="0"/>
              <a:t> </a:t>
            </a:r>
            <a:r>
              <a:rPr lang="en-US" dirty="0" err="1"/>
              <a:t>lấy</a:t>
            </a:r>
            <a:r>
              <a:rPr lang="en-US" dirty="0"/>
              <a:t> bi </a:t>
            </a:r>
            <a:r>
              <a:rPr lang="en-US" dirty="0" err="1"/>
              <a:t>và</a:t>
            </a:r>
            <a:r>
              <a:rPr lang="en-US" dirty="0"/>
              <a:t> </a:t>
            </a:r>
            <a:r>
              <a:rPr lang="en-US" dirty="0" err="1"/>
              <a:t>thả</a:t>
            </a:r>
            <a:r>
              <a:rPr lang="en-US" dirty="0"/>
              <a:t> bi</a:t>
            </a:r>
          </a:p>
          <a:p>
            <a:endParaRPr lang="en-US" dirty="0"/>
          </a:p>
        </p:txBody>
      </p:sp>
      <p:sp>
        <p:nvSpPr>
          <p:cNvPr id="4" name="Slide Number Placeholder 3">
            <a:extLst>
              <a:ext uri="{FF2B5EF4-FFF2-40B4-BE49-F238E27FC236}">
                <a16:creationId xmlns:a16="http://schemas.microsoft.com/office/drawing/2014/main" id="{7775110B-9B5D-AEEA-24C2-8E8B721E1EE9}"/>
              </a:ext>
            </a:extLst>
          </p:cNvPr>
          <p:cNvSpPr>
            <a:spLocks noGrp="1"/>
          </p:cNvSpPr>
          <p:nvPr>
            <p:ph type="sldNum" sz="quarter" idx="5"/>
          </p:nvPr>
        </p:nvSpPr>
        <p:spPr/>
        <p:txBody>
          <a:bodyPr/>
          <a:lstStyle/>
          <a:p>
            <a:fld id="{0E1B736C-7E22-4286-9492-6D135922483F}" type="slidenum">
              <a:rPr kumimoji="1" lang="ja-JP" altLang="en-US" smtClean="0"/>
              <a:t>13</a:t>
            </a:fld>
            <a:endParaRPr kumimoji="1" lang="ja-JP" altLang="en-US"/>
          </a:p>
        </p:txBody>
      </p:sp>
    </p:spTree>
    <p:extLst>
      <p:ext uri="{BB962C8B-B14F-4D97-AF65-F5344CB8AC3E}">
        <p14:creationId xmlns:p14="http://schemas.microsoft.com/office/powerpoint/2010/main" val="27043928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31425-11AE-87DF-3FCD-58A85F85B1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F1FE62-F478-2D1B-3010-0C61C48D8D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EE7C3D-16EE-0D76-75D7-D125771D7D79}"/>
              </a:ext>
            </a:extLst>
          </p:cNvPr>
          <p:cNvSpPr>
            <a:spLocks noGrp="1"/>
          </p:cNvSpPr>
          <p:nvPr>
            <p:ph type="body" idx="1"/>
          </p:nvPr>
        </p:nvSpPr>
        <p:spPr/>
        <p:txBody>
          <a:bodyPr/>
          <a:lstStyle/>
          <a:p>
            <a:r>
              <a:rPr kumimoji="1" lang="en-US" sz="1200" b="1" i="0" kern="1200" dirty="0">
                <a:solidFill>
                  <a:schemeClr val="tx1"/>
                </a:solidFill>
                <a:effectLst/>
                <a:latin typeface="+mn-lt"/>
                <a:ea typeface="+mn-ea"/>
                <a:cs typeface="+mn-cs"/>
              </a:rPr>
              <a:t>[EN] Next includes the flowchart for TIMER1 interrupt controlling the ultrasonic sensor, TIMER2 controlling 2 motors via PWM</a:t>
            </a:r>
          </a:p>
          <a:p>
            <a:endParaRPr lang="en-US" dirty="0"/>
          </a:p>
          <a:p>
            <a:r>
              <a:rPr lang="en-US" dirty="0"/>
              <a:t>[VI] </a:t>
            </a:r>
            <a:r>
              <a:rPr lang="en-US" dirty="0" err="1"/>
              <a:t>Tiếp</a:t>
            </a:r>
            <a:r>
              <a:rPr lang="en-US" dirty="0"/>
              <a:t> </a:t>
            </a:r>
            <a:r>
              <a:rPr lang="en-US" dirty="0" err="1"/>
              <a:t>theo</a:t>
            </a:r>
            <a:r>
              <a:rPr lang="en-US" dirty="0"/>
              <a:t> </a:t>
            </a:r>
            <a:r>
              <a:rPr lang="en-US" dirty="0" err="1"/>
              <a:t>là</a:t>
            </a:r>
            <a:r>
              <a:rPr lang="en-US" dirty="0"/>
              <a:t> </a:t>
            </a:r>
            <a:r>
              <a:rPr lang="en-US" dirty="0" err="1"/>
              <a:t>các</a:t>
            </a:r>
            <a:r>
              <a:rPr lang="en-US" dirty="0"/>
              <a:t> Slide </a:t>
            </a:r>
            <a:r>
              <a:rPr lang="en-US" dirty="0" err="1"/>
              <a:t>chứa</a:t>
            </a:r>
            <a:r>
              <a:rPr lang="en-US" dirty="0"/>
              <a:t> flowchart </a:t>
            </a:r>
            <a:r>
              <a:rPr lang="en-US" dirty="0" err="1"/>
              <a:t>chương</a:t>
            </a:r>
            <a:r>
              <a:rPr lang="en-US" dirty="0"/>
              <a:t> </a:t>
            </a:r>
            <a:r>
              <a:rPr lang="en-US" dirty="0" err="1"/>
              <a:t>trình</a:t>
            </a:r>
            <a:r>
              <a:rPr lang="en-US" dirty="0"/>
              <a:t> </a:t>
            </a:r>
            <a:r>
              <a:rPr lang="en-US" dirty="0" err="1"/>
              <a:t>chính</a:t>
            </a:r>
            <a:r>
              <a:rPr lang="en-US" dirty="0"/>
              <a:t>, logic </a:t>
            </a:r>
            <a:r>
              <a:rPr lang="en-US" dirty="0" err="1"/>
              <a:t>khởi</a:t>
            </a:r>
            <a:r>
              <a:rPr lang="en-US" dirty="0"/>
              <a:t> </a:t>
            </a:r>
            <a:r>
              <a:rPr lang="en-US" dirty="0" err="1"/>
              <a:t>tạo</a:t>
            </a:r>
            <a:r>
              <a:rPr lang="en-US" dirty="0"/>
              <a:t> </a:t>
            </a:r>
            <a:r>
              <a:rPr lang="en-US" dirty="0" err="1"/>
              <a:t>và</a:t>
            </a:r>
            <a:r>
              <a:rPr lang="en-US" dirty="0"/>
              <a:t> ý </a:t>
            </a:r>
            <a:r>
              <a:rPr lang="en-US" dirty="0" err="1"/>
              <a:t>tưởng</a:t>
            </a:r>
            <a:r>
              <a:rPr lang="en-US" dirty="0"/>
              <a:t> </a:t>
            </a:r>
            <a:r>
              <a:rPr lang="en-US" dirty="0" err="1"/>
              <a:t>điều</a:t>
            </a:r>
            <a:r>
              <a:rPr lang="en-US" dirty="0"/>
              <a:t> </a:t>
            </a:r>
            <a:r>
              <a:rPr lang="en-US" dirty="0" err="1"/>
              <a:t>khiển</a:t>
            </a:r>
            <a:endParaRPr lang="en-US" dirty="0"/>
          </a:p>
          <a:p>
            <a:r>
              <a:rPr lang="en-US" dirty="0" err="1"/>
              <a:t>Gồm</a:t>
            </a:r>
            <a:r>
              <a:rPr lang="en-US" dirty="0"/>
              <a:t> </a:t>
            </a:r>
            <a:r>
              <a:rPr lang="en-US" dirty="0" err="1"/>
              <a:t>có</a:t>
            </a:r>
            <a:r>
              <a:rPr lang="en-US" dirty="0"/>
              <a:t> flowchart </a:t>
            </a:r>
            <a:r>
              <a:rPr lang="en-US" dirty="0" err="1"/>
              <a:t>ngắt</a:t>
            </a:r>
            <a:r>
              <a:rPr lang="en-US" dirty="0"/>
              <a:t> TIMER1 </a:t>
            </a:r>
            <a:r>
              <a:rPr lang="en-US" dirty="0" err="1"/>
              <a:t>điều</a:t>
            </a:r>
            <a:r>
              <a:rPr lang="en-US" dirty="0"/>
              <a:t> </a:t>
            </a:r>
            <a:r>
              <a:rPr lang="en-US" dirty="0" err="1"/>
              <a:t>khiển</a:t>
            </a:r>
            <a:r>
              <a:rPr lang="en-US" dirty="0"/>
              <a:t> </a:t>
            </a:r>
            <a:r>
              <a:rPr lang="en-US" dirty="0" err="1"/>
              <a:t>cảm</a:t>
            </a:r>
            <a:r>
              <a:rPr lang="en-US" dirty="0"/>
              <a:t> </a:t>
            </a:r>
            <a:r>
              <a:rPr lang="en-US" dirty="0" err="1"/>
              <a:t>biến</a:t>
            </a:r>
            <a:r>
              <a:rPr lang="en-US" dirty="0"/>
              <a:t> </a:t>
            </a:r>
            <a:r>
              <a:rPr lang="en-US" dirty="0" err="1"/>
              <a:t>siêu</a:t>
            </a:r>
            <a:r>
              <a:rPr lang="en-US" dirty="0"/>
              <a:t> </a:t>
            </a:r>
            <a:r>
              <a:rPr lang="en-US" dirty="0" err="1"/>
              <a:t>âm</a:t>
            </a:r>
            <a:r>
              <a:rPr lang="en-US" dirty="0"/>
              <a:t>, TIMER2 </a:t>
            </a:r>
            <a:r>
              <a:rPr lang="en-US" dirty="0" err="1"/>
              <a:t>điều</a:t>
            </a:r>
            <a:r>
              <a:rPr lang="en-US" dirty="0"/>
              <a:t> </a:t>
            </a:r>
            <a:r>
              <a:rPr lang="en-US" dirty="0" err="1"/>
              <a:t>khiển</a:t>
            </a:r>
            <a:r>
              <a:rPr lang="en-US" dirty="0"/>
              <a:t> 2 </a:t>
            </a:r>
            <a:r>
              <a:rPr lang="en-US" dirty="0" err="1"/>
              <a:t>động</a:t>
            </a:r>
            <a:r>
              <a:rPr lang="en-US" dirty="0"/>
              <a:t> </a:t>
            </a:r>
            <a:r>
              <a:rPr lang="en-US" dirty="0" err="1"/>
              <a:t>cơ</a:t>
            </a:r>
            <a:r>
              <a:rPr lang="en-US" dirty="0"/>
              <a:t> </a:t>
            </a:r>
            <a:r>
              <a:rPr lang="en-US" dirty="0" err="1"/>
              <a:t>bằng</a:t>
            </a:r>
            <a:r>
              <a:rPr lang="en-US" dirty="0"/>
              <a:t> PWM</a:t>
            </a:r>
          </a:p>
          <a:p>
            <a:endParaRPr lang="en-US" dirty="0"/>
          </a:p>
        </p:txBody>
      </p:sp>
      <p:sp>
        <p:nvSpPr>
          <p:cNvPr id="4" name="Slide Number Placeholder 3">
            <a:extLst>
              <a:ext uri="{FF2B5EF4-FFF2-40B4-BE49-F238E27FC236}">
                <a16:creationId xmlns:a16="http://schemas.microsoft.com/office/drawing/2014/main" id="{73AB71D7-7A33-48C5-A39F-F5A88BFC1688}"/>
              </a:ext>
            </a:extLst>
          </p:cNvPr>
          <p:cNvSpPr>
            <a:spLocks noGrp="1"/>
          </p:cNvSpPr>
          <p:nvPr>
            <p:ph type="sldNum" sz="quarter" idx="5"/>
          </p:nvPr>
        </p:nvSpPr>
        <p:spPr/>
        <p:txBody>
          <a:bodyPr/>
          <a:lstStyle/>
          <a:p>
            <a:fld id="{0E1B736C-7E22-4286-9492-6D135922483F}" type="slidenum">
              <a:rPr kumimoji="1" lang="ja-JP" altLang="en-US" smtClean="0"/>
              <a:t>14</a:t>
            </a:fld>
            <a:endParaRPr kumimoji="1" lang="ja-JP" altLang="en-US"/>
          </a:p>
        </p:txBody>
      </p:sp>
    </p:spTree>
    <p:extLst>
      <p:ext uri="{BB962C8B-B14F-4D97-AF65-F5344CB8AC3E}">
        <p14:creationId xmlns:p14="http://schemas.microsoft.com/office/powerpoint/2010/main" val="9962472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4E5BD-3E7B-DC58-A523-97165D0AC7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C56128-DAA4-A2B0-83A0-0C639E9968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043E26-24FF-ADBF-1E13-5B50E2928AD6}"/>
              </a:ext>
            </a:extLst>
          </p:cNvPr>
          <p:cNvSpPr>
            <a:spLocks noGrp="1"/>
          </p:cNvSpPr>
          <p:nvPr>
            <p:ph type="body" idx="1"/>
          </p:nvPr>
        </p:nvSpPr>
        <p:spPr/>
        <p:txBody>
          <a:bodyPr/>
          <a:lstStyle/>
          <a:p>
            <a:r>
              <a:rPr lang="en-US" b="1" dirty="0"/>
              <a:t>[EN] This results table covers Main() and Timer 0 modules — what was implemented and verified.</a:t>
            </a:r>
          </a:p>
          <a:p>
            <a:r>
              <a:rPr lang="en-US" b="1" dirty="0"/>
              <a:t>Include main and timer0</a:t>
            </a:r>
          </a:p>
          <a:p>
            <a:endParaRPr lang="en-US" b="1" dirty="0"/>
          </a:p>
          <a:p>
            <a:endParaRPr lang="en-US" b="1" dirty="0"/>
          </a:p>
          <a:p>
            <a:r>
              <a:rPr lang="en-US" sz="1050" dirty="0"/>
              <a:t>- Main() / set_Init(): All hardware initialized correctly — Timer0/1/2, CCP1/CCP2 for PWM, ADCON1=0x0F sets all pins to digital </a:t>
            </a:r>
            <a:r>
              <a:rPr lang="en-US" sz="900" dirty="0"/>
              <a:t>mo</a:t>
            </a:r>
            <a:r>
              <a:rPr lang="en-US" sz="700" b="0" dirty="0"/>
              <a:t>de</a:t>
            </a:r>
            <a:r>
              <a:rPr lang="en-US" sz="900" dirty="0"/>
              <a:t>.</a:t>
            </a:r>
            <a:endParaRPr lang="en-US" sz="1050" dirty="0"/>
          </a:p>
          <a:p>
            <a:r>
              <a:rPr lang="en-US" sz="1050" dirty="0"/>
              <a:t>- Main() / while(true): FSM main loop running with 9 states, HC-SR04 enabled, switch-case dispatches correctly.</a:t>
            </a:r>
          </a:p>
          <a:p>
            <a:r>
              <a:rPr lang="en-US" sz="1050" dirty="0"/>
              <a:t>- Timer 0 / chartering(): IR sensors read every 2ms, chatter filter N=3 confirmed working, lookup table maps patterns to correct motor states.</a:t>
            </a:r>
          </a:p>
          <a:p>
            <a:r>
              <a:rPr lang="en-US" sz="1050" dirty="0"/>
              <a:t>- Timer 0 / led(): LED1 on at Start and off at END verified; LED2 blinks correctly at station on successful ball pickup.</a:t>
            </a:r>
          </a:p>
          <a:p>
            <a:r>
              <a:rPr lang="en-US" sz="1050" dirty="0"/>
              <a:t>- Timer 0 / timer_get_ms(): Millisecond counter working — used to time the wait take and period for ball release at the station.</a:t>
            </a:r>
          </a:p>
          <a:p>
            <a:endParaRPr lang="en-US" sz="1050" dirty="0"/>
          </a:p>
          <a:p>
            <a:r>
              <a:rPr lang="en-US" sz="1050" dirty="0"/>
              <a:t>[VI] Bảng kết quả này trình bày module Main() và Timer 0 — những gì đã được triển khai và xác nhận.</a:t>
            </a:r>
          </a:p>
          <a:p>
            <a:r>
              <a:rPr lang="en-US" sz="1050" dirty="0" err="1"/>
              <a:t>Gồm</a:t>
            </a:r>
            <a:r>
              <a:rPr lang="en-US" sz="1050" dirty="0"/>
              <a:t> </a:t>
            </a:r>
            <a:r>
              <a:rPr lang="en-US" sz="1050" dirty="0" err="1"/>
              <a:t>có</a:t>
            </a:r>
            <a:r>
              <a:rPr lang="en-US" sz="1050" dirty="0"/>
              <a:t>: main </a:t>
            </a:r>
            <a:r>
              <a:rPr lang="en-US" sz="1050" dirty="0" err="1"/>
              <a:t>và</a:t>
            </a:r>
            <a:r>
              <a:rPr lang="en-US" sz="1050" dirty="0"/>
              <a:t> timer0</a:t>
            </a:r>
          </a:p>
          <a:p>
            <a:r>
              <a:rPr lang="en-US" sz="1050" dirty="0"/>
              <a:t>- Main() / set_Init(): Tất cả phần cứng khởi tạo đúng — Timer0/1/2, CCP1/CCP2 cho PWM, ADCON1=0x0F đặt tất cả chân về digital.</a:t>
            </a:r>
          </a:p>
          <a:p>
            <a:r>
              <a:rPr lang="en-US" sz="1050" dirty="0"/>
              <a:t>- Main() / while(true): Vòng lặp FSM chính chạy với 9 state, HC-SR04 bật, switch-case điều phối đúng.</a:t>
            </a:r>
          </a:p>
          <a:p>
            <a:r>
              <a:rPr lang="en-US" sz="1050" dirty="0"/>
              <a:t>- Timer 0 / chartering(): Đọc cảm biến IR mỗi 2ms, bộ lọc chatter N=3 đã xác nhận hoạt động, bảng tra ánh xạ pattern sang state motor đúng.</a:t>
            </a:r>
          </a:p>
          <a:p>
            <a:r>
              <a:rPr lang="en-US" sz="1050" dirty="0"/>
              <a:t>- Timer 0 / led(): LED1 bật lúc Start và tắt khi END đã kiểm tra; LED2 nháy đúng tại trạm khi lấy bi thành công.</a:t>
            </a:r>
          </a:p>
          <a:p>
            <a:r>
              <a:rPr lang="en-US" sz="1050" dirty="0"/>
              <a:t>- Timer 0 / timer_get_ms(): Bộ đếm millisecond hoạt động — dùng để tính thời </a:t>
            </a:r>
            <a:r>
              <a:rPr lang="en-US" sz="1050" dirty="0" err="1"/>
              <a:t>gian</a:t>
            </a:r>
            <a:r>
              <a:rPr lang="en-US" sz="1050" dirty="0"/>
              <a:t> </a:t>
            </a:r>
            <a:r>
              <a:rPr lang="en-US" sz="1050" dirty="0" err="1"/>
              <a:t>chờ</a:t>
            </a:r>
            <a:r>
              <a:rPr lang="en-US" sz="1050" dirty="0"/>
              <a:t> </a:t>
            </a:r>
            <a:r>
              <a:rPr lang="en-US" sz="1050" dirty="0" err="1"/>
              <a:t>lấy</a:t>
            </a:r>
            <a:r>
              <a:rPr lang="en-US" sz="1050" dirty="0"/>
              <a:t> </a:t>
            </a:r>
            <a:r>
              <a:rPr lang="en-US" sz="1050" dirty="0" err="1"/>
              <a:t>và</a:t>
            </a:r>
            <a:r>
              <a:rPr lang="en-US" sz="1050" dirty="0"/>
              <a:t> thả bi tại trạm.</a:t>
            </a:r>
          </a:p>
        </p:txBody>
      </p:sp>
      <p:sp>
        <p:nvSpPr>
          <p:cNvPr id="4" name="Slide Number Placeholder 3">
            <a:extLst>
              <a:ext uri="{FF2B5EF4-FFF2-40B4-BE49-F238E27FC236}">
                <a16:creationId xmlns:a16="http://schemas.microsoft.com/office/drawing/2014/main" id="{B561CFB9-C2B0-17FE-B25E-3F33546F6186}"/>
              </a:ext>
            </a:extLst>
          </p:cNvPr>
          <p:cNvSpPr>
            <a:spLocks noGrp="1"/>
          </p:cNvSpPr>
          <p:nvPr>
            <p:ph type="sldNum" sz="quarter" idx="5"/>
          </p:nvPr>
        </p:nvSpPr>
        <p:spPr/>
        <p:txBody>
          <a:bodyPr/>
          <a:lstStyle/>
          <a:p>
            <a:fld id="{0E1B736C-7E22-4286-9492-6D135922483F}" type="slidenum">
              <a:rPr kumimoji="1" lang="ja-JP" altLang="en-US" smtClean="0"/>
              <a:t>15</a:t>
            </a:fld>
            <a:endParaRPr kumimoji="1" lang="ja-JP" altLang="en-US"/>
          </a:p>
        </p:txBody>
      </p:sp>
    </p:spTree>
    <p:extLst>
      <p:ext uri="{BB962C8B-B14F-4D97-AF65-F5344CB8AC3E}">
        <p14:creationId xmlns:p14="http://schemas.microsoft.com/office/powerpoint/2010/main" val="3909166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9385C-9F01-2E84-DA19-6F57A8D5A7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7674D9-1782-FEA0-817A-2833F7CF23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E786B1-833F-1726-F7A3-C253A29088DF}"/>
              </a:ext>
            </a:extLst>
          </p:cNvPr>
          <p:cNvSpPr>
            <a:spLocks noGrp="1"/>
          </p:cNvSpPr>
          <p:nvPr>
            <p:ph type="body" idx="1"/>
          </p:nvPr>
        </p:nvSpPr>
        <p:spPr/>
        <p:txBody>
          <a:bodyPr/>
          <a:lstStyle/>
          <a:p>
            <a:r>
              <a:rPr lang="en-US" b="1" dirty="0"/>
              <a:t>[EN] This table covers Timer 1 and Timer 2 results, plus the full technical specifications.</a:t>
            </a:r>
          </a:p>
          <a:p>
            <a:endParaRPr lang="en-US" b="1" dirty="0"/>
          </a:p>
          <a:p>
            <a:endParaRPr lang="en-US" b="1" dirty="0"/>
          </a:p>
          <a:p>
            <a:r>
              <a:rPr lang="en-US" dirty="0"/>
              <a:t>- Timer 1 / readEcho(): HC-SR04 echo processing confirmed. Robot stops at dist ≤ 2cm (Station) and ≤ 5cm (END). Formula: dist_cm = pulse_µs / 58.</a:t>
            </a:r>
          </a:p>
          <a:p>
            <a:pPr marL="171450" indent="-171450">
              <a:buFontTx/>
              <a:buChar char="-"/>
            </a:pPr>
            <a:r>
              <a:rPr lang="en-US" dirty="0"/>
              <a:t>Timer 2 / duty_motor(): Both DC motors controlled via TB8833. 8 IR patterns correctly mapped to L/R duty (0–255) at 20kHz PWM.</a:t>
            </a:r>
          </a:p>
          <a:p>
            <a:pPr marL="0" indent="0">
              <a:buFontTx/>
              <a:buNone/>
            </a:pPr>
            <a:endParaRPr lang="en-US" dirty="0"/>
          </a:p>
          <a:p>
            <a:r>
              <a:rPr lang="en-US" dirty="0"/>
              <a:t>[VI] Bảng này trình bày kết quả Timer 1 và Timer 2, cùng toàn bộ thông số kỹ thuật.</a:t>
            </a:r>
          </a:p>
          <a:p>
            <a:r>
              <a:rPr lang="en-US" dirty="0"/>
              <a:t>- Timer 1 / readEcho(): Xử lý echo HC-SR04 đã xác nhận. Robot dừng khi dist ≤ 2cm (Trạm) và ≤ 5cm (END). Công thức: dist_cm = µs / 58.</a:t>
            </a:r>
          </a:p>
          <a:p>
            <a:r>
              <a:rPr lang="en-US" dirty="0"/>
              <a:t>- Timer 2 / duty_motor(): 2 motor DC điều khiển qua TB8833. 8 pattern IR tra đúng ra duty L/R (0–255) @ 20kHz PWM.</a:t>
            </a:r>
          </a:p>
        </p:txBody>
      </p:sp>
      <p:sp>
        <p:nvSpPr>
          <p:cNvPr id="4" name="Slide Number Placeholder 3">
            <a:extLst>
              <a:ext uri="{FF2B5EF4-FFF2-40B4-BE49-F238E27FC236}">
                <a16:creationId xmlns:a16="http://schemas.microsoft.com/office/drawing/2014/main" id="{29E00D71-32E6-8077-3E8E-A2AB3D97113B}"/>
              </a:ext>
            </a:extLst>
          </p:cNvPr>
          <p:cNvSpPr>
            <a:spLocks noGrp="1"/>
          </p:cNvSpPr>
          <p:nvPr>
            <p:ph type="sldNum" sz="quarter" idx="5"/>
          </p:nvPr>
        </p:nvSpPr>
        <p:spPr/>
        <p:txBody>
          <a:bodyPr/>
          <a:lstStyle/>
          <a:p>
            <a:fld id="{0E1B736C-7E22-4286-9492-6D135922483F}" type="slidenum">
              <a:rPr kumimoji="1" lang="ja-JP" altLang="en-US" smtClean="0"/>
              <a:t>16</a:t>
            </a:fld>
            <a:endParaRPr kumimoji="1" lang="ja-JP" altLang="en-US"/>
          </a:p>
        </p:txBody>
      </p:sp>
    </p:spTree>
    <p:extLst>
      <p:ext uri="{BB962C8B-B14F-4D97-AF65-F5344CB8AC3E}">
        <p14:creationId xmlns:p14="http://schemas.microsoft.com/office/powerpoint/2010/main" val="25439619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a:t>
            </a:r>
            <a:r>
              <a:rPr lang="en-US" b="1" dirty="0"/>
              <a:t>This slide outlines the project timeline with 2 phases and 3 milestones.</a:t>
            </a:r>
          </a:p>
          <a:p>
            <a:r>
              <a:rPr lang="en-US" dirty="0"/>
              <a:t>Read - </a:t>
            </a:r>
            <a:r>
              <a:rPr lang="en-US" b="1" dirty="0"/>
              <a:t>Phase 1 — Code (what needs to be implemented):</a:t>
            </a:r>
          </a:p>
          <a:p>
            <a:r>
              <a:rPr lang="en-US" dirty="0"/>
              <a:t>- All 9 FSM states coded in C</a:t>
            </a:r>
          </a:p>
          <a:p>
            <a:r>
              <a:rPr lang="en-US" dirty="0"/>
              <a:t>- Timer 0/1/2 interrupt service routines configured</a:t>
            </a:r>
          </a:p>
          <a:p>
            <a:r>
              <a:rPr lang="en-US" dirty="0"/>
              <a:t>- Motor lookup table built with chatter filter integrated</a:t>
            </a:r>
          </a:p>
          <a:p>
            <a:r>
              <a:rPr lang="en-US" dirty="0"/>
              <a:t>- HC-SR04 distance measurement complete</a:t>
            </a:r>
          </a:p>
          <a:p>
            <a:r>
              <a:rPr lang="en-US" dirty="0"/>
              <a:t>Read - </a:t>
            </a:r>
            <a:r>
              <a:rPr lang="en-US" b="1" dirty="0"/>
              <a:t>Phase 2 — Test (what needs to be validated):</a:t>
            </a:r>
          </a:p>
          <a:p>
            <a:r>
              <a:rPr lang="en-US" dirty="0"/>
              <a:t>- Unit test each FSM state independently</a:t>
            </a:r>
          </a:p>
          <a:p>
            <a:r>
              <a:rPr lang="en-US" dirty="0"/>
              <a:t>- Full hardware integration test on the actual track</a:t>
            </a:r>
          </a:p>
          <a:p>
            <a:r>
              <a:rPr lang="en-US" dirty="0"/>
              <a:t>- Tune key parameters: STOP_CM, BACK_MS, CHATTER_N</a:t>
            </a:r>
          </a:p>
          <a:p>
            <a:r>
              <a:rPr lang="en-US" dirty="0"/>
              <a:t>- Final demo and report submission</a:t>
            </a:r>
          </a:p>
          <a:p>
            <a:r>
              <a:rPr lang="en-US" dirty="0"/>
              <a:t>Read - The 3 milestones are: Start code (from completed flowchart) → Test &amp; Debug → Final demo &amp; submission.</a:t>
            </a:r>
          </a:p>
          <a:p>
            <a:r>
              <a:rPr lang="en-US" dirty="0"/>
              <a:t>Note: "00 days" will be updated as actual work durations are tracked.</a:t>
            </a:r>
          </a:p>
          <a:p>
            <a:endParaRPr lang="en-US" dirty="0"/>
          </a:p>
          <a:p>
            <a:r>
              <a:rPr lang="en-US" dirty="0"/>
              <a:t>[VI] Slide này trình bày timeline dự án với 2 giai đoạn và 3 cột mốc.</a:t>
            </a:r>
          </a:p>
          <a:p>
            <a:r>
              <a:rPr lang="en-US" dirty="0" err="1"/>
              <a:t>Đọc</a:t>
            </a:r>
            <a:r>
              <a:rPr lang="en-US" dirty="0"/>
              <a:t> - Giai đoạn 1 — Code (những gì cần triển khai):</a:t>
            </a:r>
          </a:p>
          <a:p>
            <a:r>
              <a:rPr lang="en-US" dirty="0"/>
              <a:t>- Code </a:t>
            </a:r>
            <a:r>
              <a:rPr lang="en-US" dirty="0" err="1"/>
              <a:t>toàn</a:t>
            </a:r>
            <a:r>
              <a:rPr lang="en-US" dirty="0"/>
              <a:t> </a:t>
            </a:r>
            <a:r>
              <a:rPr lang="en-US" dirty="0" err="1"/>
              <a:t>bộ</a:t>
            </a:r>
            <a:r>
              <a:rPr lang="en-US" dirty="0"/>
              <a:t> 9 state FSM </a:t>
            </a:r>
            <a:r>
              <a:rPr lang="en-US" dirty="0" err="1"/>
              <a:t>bằng</a:t>
            </a:r>
            <a:r>
              <a:rPr lang="en-US" dirty="0"/>
              <a:t> C</a:t>
            </a:r>
          </a:p>
          <a:p>
            <a:r>
              <a:rPr lang="en-US" dirty="0"/>
              <a:t>- </a:t>
            </a:r>
            <a:r>
              <a:rPr lang="en-US" dirty="0" err="1"/>
              <a:t>Cấu</a:t>
            </a:r>
            <a:r>
              <a:rPr lang="en-US" dirty="0"/>
              <a:t> </a:t>
            </a:r>
            <a:r>
              <a:rPr lang="en-US" dirty="0" err="1"/>
              <a:t>hình</a:t>
            </a:r>
            <a:r>
              <a:rPr lang="en-US" dirty="0"/>
              <a:t> ISR </a:t>
            </a:r>
            <a:r>
              <a:rPr lang="en-US" dirty="0" err="1"/>
              <a:t>cho</a:t>
            </a:r>
            <a:r>
              <a:rPr lang="en-US" dirty="0"/>
              <a:t> Timer 0/1/2</a:t>
            </a:r>
          </a:p>
          <a:p>
            <a:r>
              <a:rPr lang="en-US" dirty="0"/>
              <a:t>- </a:t>
            </a:r>
            <a:r>
              <a:rPr lang="en-US" dirty="0" err="1"/>
              <a:t>Xây</a:t>
            </a:r>
            <a:r>
              <a:rPr lang="en-US" dirty="0"/>
              <a:t> </a:t>
            </a:r>
            <a:r>
              <a:rPr lang="en-US" dirty="0" err="1"/>
              <a:t>dựng</a:t>
            </a:r>
            <a:r>
              <a:rPr lang="en-US" dirty="0"/>
              <a:t> </a:t>
            </a:r>
            <a:r>
              <a:rPr lang="en-US" dirty="0" err="1"/>
              <a:t>bảng</a:t>
            </a:r>
            <a:r>
              <a:rPr lang="en-US" dirty="0"/>
              <a:t> </a:t>
            </a:r>
            <a:r>
              <a:rPr lang="en-US" dirty="0" err="1"/>
              <a:t>tra</a:t>
            </a:r>
            <a:r>
              <a:rPr lang="en-US" dirty="0"/>
              <a:t> motor </a:t>
            </a:r>
            <a:r>
              <a:rPr lang="en-US" dirty="0" err="1"/>
              <a:t>kèm</a:t>
            </a:r>
            <a:r>
              <a:rPr lang="en-US" dirty="0"/>
              <a:t> </a:t>
            </a:r>
            <a:r>
              <a:rPr lang="en-US" dirty="0" err="1"/>
              <a:t>bộ</a:t>
            </a:r>
            <a:r>
              <a:rPr lang="en-US" dirty="0"/>
              <a:t> </a:t>
            </a:r>
            <a:r>
              <a:rPr lang="en-US" dirty="0" err="1"/>
              <a:t>lọc</a:t>
            </a:r>
            <a:r>
              <a:rPr lang="en-US" dirty="0"/>
              <a:t> chatter</a:t>
            </a:r>
          </a:p>
          <a:p>
            <a:r>
              <a:rPr lang="en-US" dirty="0"/>
              <a:t>- Hoàn </a:t>
            </a:r>
            <a:r>
              <a:rPr lang="en-US" dirty="0" err="1"/>
              <a:t>thiện</a:t>
            </a:r>
            <a:r>
              <a:rPr lang="en-US" dirty="0"/>
              <a:t> </a:t>
            </a:r>
            <a:r>
              <a:rPr lang="en-US" dirty="0" err="1"/>
              <a:t>đo</a:t>
            </a:r>
            <a:r>
              <a:rPr lang="en-US" dirty="0"/>
              <a:t> </a:t>
            </a:r>
            <a:r>
              <a:rPr lang="en-US" dirty="0" err="1"/>
              <a:t>khoảng</a:t>
            </a:r>
            <a:r>
              <a:rPr lang="en-US" dirty="0"/>
              <a:t> </a:t>
            </a:r>
            <a:r>
              <a:rPr lang="en-US" dirty="0" err="1"/>
              <a:t>cách</a:t>
            </a:r>
            <a:r>
              <a:rPr lang="en-US" dirty="0"/>
              <a:t> HC-SR04</a:t>
            </a:r>
          </a:p>
          <a:p>
            <a:r>
              <a:rPr lang="en-US" dirty="0" err="1"/>
              <a:t>Đọc</a:t>
            </a:r>
            <a:r>
              <a:rPr lang="en-US" dirty="0"/>
              <a:t> - Giai </a:t>
            </a:r>
            <a:r>
              <a:rPr lang="en-US" dirty="0" err="1"/>
              <a:t>đoạn</a:t>
            </a:r>
            <a:r>
              <a:rPr lang="en-US" dirty="0"/>
              <a:t> 2 — </a:t>
            </a:r>
            <a:r>
              <a:rPr lang="en-US" dirty="0" err="1"/>
              <a:t>Kiểm</a:t>
            </a:r>
            <a:r>
              <a:rPr lang="en-US" dirty="0"/>
              <a:t> </a:t>
            </a:r>
            <a:r>
              <a:rPr lang="en-US" dirty="0" err="1"/>
              <a:t>thử</a:t>
            </a:r>
            <a:r>
              <a:rPr lang="en-US" dirty="0"/>
              <a:t> (</a:t>
            </a:r>
            <a:r>
              <a:rPr lang="en-US" dirty="0" err="1"/>
              <a:t>những</a:t>
            </a:r>
            <a:r>
              <a:rPr lang="en-US" dirty="0"/>
              <a:t> </a:t>
            </a:r>
            <a:r>
              <a:rPr lang="en-US" dirty="0" err="1"/>
              <a:t>gì</a:t>
            </a:r>
            <a:r>
              <a:rPr lang="en-US" dirty="0"/>
              <a:t> </a:t>
            </a:r>
            <a:r>
              <a:rPr lang="en-US" dirty="0" err="1"/>
              <a:t>cần</a:t>
            </a:r>
            <a:r>
              <a:rPr lang="en-US" dirty="0"/>
              <a:t> </a:t>
            </a:r>
            <a:r>
              <a:rPr lang="en-US" dirty="0" err="1"/>
              <a:t>xác</a:t>
            </a:r>
            <a:r>
              <a:rPr lang="en-US" dirty="0"/>
              <a:t> </a:t>
            </a:r>
            <a:r>
              <a:rPr lang="en-US" dirty="0" err="1"/>
              <a:t>nhận</a:t>
            </a:r>
            <a:r>
              <a:rPr lang="en-US" dirty="0"/>
              <a:t>):</a:t>
            </a:r>
          </a:p>
          <a:p>
            <a:r>
              <a:rPr lang="en-US" dirty="0"/>
              <a:t>- Unit test </a:t>
            </a:r>
            <a:r>
              <a:rPr lang="en-US" dirty="0" err="1"/>
              <a:t>từng</a:t>
            </a:r>
            <a:r>
              <a:rPr lang="en-US" dirty="0"/>
              <a:t> state FSM </a:t>
            </a:r>
            <a:r>
              <a:rPr lang="en-US" dirty="0" err="1"/>
              <a:t>độc</a:t>
            </a:r>
            <a:r>
              <a:rPr lang="en-US" dirty="0"/>
              <a:t> </a:t>
            </a:r>
            <a:r>
              <a:rPr lang="en-US" dirty="0" err="1"/>
              <a:t>lập</a:t>
            </a:r>
            <a:endParaRPr lang="en-US" dirty="0"/>
          </a:p>
          <a:p>
            <a:r>
              <a:rPr lang="en-US" dirty="0"/>
              <a:t>- </a:t>
            </a:r>
            <a:r>
              <a:rPr lang="en-US" dirty="0" err="1"/>
              <a:t>Kiểm</a:t>
            </a:r>
            <a:r>
              <a:rPr lang="en-US" dirty="0"/>
              <a:t> </a:t>
            </a:r>
            <a:r>
              <a:rPr lang="en-US" dirty="0" err="1"/>
              <a:t>thử</a:t>
            </a:r>
            <a:r>
              <a:rPr lang="en-US" dirty="0"/>
              <a:t> </a:t>
            </a:r>
            <a:r>
              <a:rPr lang="en-US" dirty="0" err="1"/>
              <a:t>tích</a:t>
            </a:r>
            <a:r>
              <a:rPr lang="en-US" dirty="0"/>
              <a:t> </a:t>
            </a:r>
            <a:r>
              <a:rPr lang="en-US" dirty="0" err="1"/>
              <a:t>hợp</a:t>
            </a:r>
            <a:r>
              <a:rPr lang="en-US" dirty="0"/>
              <a:t> </a:t>
            </a:r>
            <a:r>
              <a:rPr lang="en-US" dirty="0" err="1"/>
              <a:t>toàn</a:t>
            </a:r>
            <a:r>
              <a:rPr lang="en-US" dirty="0"/>
              <a:t> </a:t>
            </a:r>
            <a:r>
              <a:rPr lang="en-US" dirty="0" err="1"/>
              <a:t>bộ</a:t>
            </a:r>
            <a:r>
              <a:rPr lang="en-US" dirty="0"/>
              <a:t> </a:t>
            </a:r>
            <a:r>
              <a:rPr lang="en-US" dirty="0" err="1"/>
              <a:t>phần</a:t>
            </a:r>
            <a:r>
              <a:rPr lang="en-US" dirty="0"/>
              <a:t> </a:t>
            </a:r>
            <a:r>
              <a:rPr lang="en-US" dirty="0" err="1"/>
              <a:t>cứng</a:t>
            </a:r>
            <a:r>
              <a:rPr lang="en-US" dirty="0"/>
              <a:t> </a:t>
            </a:r>
            <a:r>
              <a:rPr lang="en-US" dirty="0" err="1"/>
              <a:t>trên</a:t>
            </a:r>
            <a:r>
              <a:rPr lang="en-US" dirty="0"/>
              <a:t> </a:t>
            </a:r>
            <a:r>
              <a:rPr lang="en-US" dirty="0" err="1"/>
              <a:t>đường</a:t>
            </a:r>
            <a:r>
              <a:rPr lang="en-US" dirty="0"/>
              <a:t> ray </a:t>
            </a:r>
            <a:r>
              <a:rPr lang="en-US" dirty="0" err="1"/>
              <a:t>thực</a:t>
            </a:r>
            <a:r>
              <a:rPr lang="en-US" dirty="0"/>
              <a:t> </a:t>
            </a:r>
            <a:r>
              <a:rPr lang="en-US" dirty="0" err="1"/>
              <a:t>tế</a:t>
            </a:r>
            <a:endParaRPr lang="en-US" dirty="0"/>
          </a:p>
          <a:p>
            <a:r>
              <a:rPr lang="en-US" dirty="0"/>
              <a:t>- </a:t>
            </a:r>
            <a:r>
              <a:rPr lang="en-US" dirty="0" err="1"/>
              <a:t>Chỉnh</a:t>
            </a:r>
            <a:r>
              <a:rPr lang="en-US" dirty="0"/>
              <a:t> </a:t>
            </a:r>
            <a:r>
              <a:rPr lang="en-US" dirty="0" err="1"/>
              <a:t>tham</a:t>
            </a:r>
            <a:r>
              <a:rPr lang="en-US" dirty="0"/>
              <a:t> </a:t>
            </a:r>
            <a:r>
              <a:rPr lang="en-US" dirty="0" err="1"/>
              <a:t>số</a:t>
            </a:r>
            <a:r>
              <a:rPr lang="en-US" dirty="0"/>
              <a:t> </a:t>
            </a:r>
            <a:r>
              <a:rPr lang="en-US" dirty="0" err="1"/>
              <a:t>quan</a:t>
            </a:r>
            <a:r>
              <a:rPr lang="en-US" dirty="0"/>
              <a:t> </a:t>
            </a:r>
            <a:r>
              <a:rPr lang="en-US" dirty="0" err="1"/>
              <a:t>trọng</a:t>
            </a:r>
            <a:r>
              <a:rPr lang="en-US" dirty="0"/>
              <a:t>: STOP_CM, BACK_MS, CHATTER_N</a:t>
            </a:r>
          </a:p>
          <a:p>
            <a:r>
              <a:rPr lang="en-US" dirty="0"/>
              <a:t>- Demo </a:t>
            </a:r>
            <a:r>
              <a:rPr lang="en-US" dirty="0" err="1"/>
              <a:t>cuối</a:t>
            </a:r>
            <a:r>
              <a:rPr lang="en-US" dirty="0"/>
              <a:t> </a:t>
            </a:r>
            <a:r>
              <a:rPr lang="en-US" dirty="0" err="1"/>
              <a:t>và</a:t>
            </a:r>
            <a:r>
              <a:rPr lang="en-US" dirty="0"/>
              <a:t> </a:t>
            </a:r>
            <a:r>
              <a:rPr lang="en-US" dirty="0" err="1"/>
              <a:t>nộp</a:t>
            </a:r>
            <a:r>
              <a:rPr lang="en-US" dirty="0"/>
              <a:t> </a:t>
            </a:r>
            <a:r>
              <a:rPr lang="en-US" dirty="0" err="1"/>
              <a:t>báo</a:t>
            </a:r>
            <a:r>
              <a:rPr lang="en-US" dirty="0"/>
              <a:t> </a:t>
            </a:r>
            <a:r>
              <a:rPr lang="en-US" dirty="0" err="1"/>
              <a:t>cáo</a:t>
            </a:r>
            <a:endParaRPr lang="en-US" dirty="0"/>
          </a:p>
          <a:p>
            <a:r>
              <a:rPr lang="en-US" dirty="0" err="1"/>
              <a:t>Đọc</a:t>
            </a:r>
            <a:r>
              <a:rPr lang="en-US" dirty="0"/>
              <a:t> - 3 </a:t>
            </a:r>
            <a:r>
              <a:rPr lang="en-US" dirty="0" err="1"/>
              <a:t>cột</a:t>
            </a:r>
            <a:r>
              <a:rPr lang="en-US" dirty="0"/>
              <a:t> </a:t>
            </a:r>
            <a:r>
              <a:rPr lang="en-US" dirty="0" err="1"/>
              <a:t>mốc</a:t>
            </a:r>
            <a:r>
              <a:rPr lang="en-US" dirty="0"/>
              <a:t>: </a:t>
            </a:r>
            <a:r>
              <a:rPr lang="en-US" dirty="0" err="1"/>
              <a:t>Bắt</a:t>
            </a:r>
            <a:r>
              <a:rPr lang="en-US" dirty="0"/>
              <a:t> </a:t>
            </a:r>
            <a:r>
              <a:rPr lang="en-US" dirty="0" err="1"/>
              <a:t>đầu</a:t>
            </a:r>
            <a:r>
              <a:rPr lang="en-US" dirty="0"/>
              <a:t> </a:t>
            </a:r>
            <a:r>
              <a:rPr lang="en-US" dirty="0" err="1"/>
              <a:t>viết</a:t>
            </a:r>
            <a:r>
              <a:rPr lang="en-US" dirty="0"/>
              <a:t> code (</a:t>
            </a:r>
            <a:r>
              <a:rPr lang="en-US" dirty="0" err="1"/>
              <a:t>từ</a:t>
            </a:r>
            <a:r>
              <a:rPr lang="en-US" dirty="0"/>
              <a:t> flowchart </a:t>
            </a:r>
            <a:r>
              <a:rPr lang="en-US" dirty="0" err="1"/>
              <a:t>hoàn</a:t>
            </a:r>
            <a:r>
              <a:rPr lang="en-US" dirty="0"/>
              <a:t> </a:t>
            </a:r>
            <a:r>
              <a:rPr lang="en-US" dirty="0" err="1"/>
              <a:t>chỉnh</a:t>
            </a:r>
            <a:r>
              <a:rPr lang="en-US" dirty="0"/>
              <a:t>) → </a:t>
            </a:r>
            <a:r>
              <a:rPr lang="en-US" dirty="0" err="1"/>
              <a:t>Thử</a:t>
            </a:r>
            <a:r>
              <a:rPr lang="en-US" dirty="0"/>
              <a:t> </a:t>
            </a:r>
            <a:r>
              <a:rPr lang="en-US" dirty="0" err="1"/>
              <a:t>nghiệm</a:t>
            </a:r>
            <a:r>
              <a:rPr lang="en-US" dirty="0"/>
              <a:t> &amp; </a:t>
            </a:r>
            <a:r>
              <a:rPr lang="en-US" dirty="0" err="1"/>
              <a:t>Sửa</a:t>
            </a:r>
            <a:r>
              <a:rPr lang="en-US" dirty="0"/>
              <a:t> </a:t>
            </a:r>
            <a:r>
              <a:rPr lang="en-US" dirty="0" err="1"/>
              <a:t>lỗi</a:t>
            </a:r>
            <a:r>
              <a:rPr lang="en-US" dirty="0"/>
              <a:t> → Demo </a:t>
            </a:r>
            <a:r>
              <a:rPr lang="en-US" dirty="0" err="1"/>
              <a:t>cuối</a:t>
            </a:r>
            <a:r>
              <a:rPr lang="en-US" dirty="0"/>
              <a:t> &amp; </a:t>
            </a:r>
            <a:r>
              <a:rPr lang="en-US" dirty="0" err="1"/>
              <a:t>Nộp</a:t>
            </a:r>
            <a:r>
              <a:rPr lang="en-US" dirty="0"/>
              <a:t> </a:t>
            </a:r>
            <a:r>
              <a:rPr lang="en-US" dirty="0" err="1"/>
              <a:t>báo</a:t>
            </a:r>
            <a:r>
              <a:rPr lang="en-US" dirty="0"/>
              <a:t> </a:t>
            </a:r>
            <a:r>
              <a:rPr lang="en-US" dirty="0" err="1"/>
              <a:t>cáo</a:t>
            </a:r>
            <a:r>
              <a:rPr lang="en-US" dirty="0"/>
              <a:t>.</a:t>
            </a:r>
          </a:p>
          <a:p>
            <a:r>
              <a:rPr lang="en-US" dirty="0"/>
              <a:t>Lưu ý: "00 days" sẽ được cập nhật theo thời gian làm việc thực tế.</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954D7-8E59-3579-A557-E728480631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0FFD44-FEDE-9E04-4889-AC286AAACC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C8E2C1-B9D4-1E86-A702-B467F74E1ECE}"/>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525502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2B8F4-6AEA-4FDE-58E9-0724338939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FCF7E5-1B8E-8123-65E0-6DA2BCEB20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BE9D7-AE17-42A4-B9CF-A873D8D2265A}"/>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78863455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白紙">
    <p:spTree>
      <p:nvGrpSpPr>
        <p:cNvPr id="1" name=""/>
        <p:cNvGrpSpPr/>
        <p:nvPr/>
      </p:nvGrpSpPr>
      <p:grpSpPr>
        <a:xfrm>
          <a:off x="0" y="0"/>
          <a:ext cx="0" cy="0"/>
          <a:chOff x="0" y="0"/>
          <a:chExt cx="0" cy="0"/>
        </a:xfrm>
      </p:grpSpPr>
      <p:pic>
        <p:nvPicPr>
          <p:cNvPr id="2" name="Picture 9">
            <a:extLst>
              <a:ext uri="{FF2B5EF4-FFF2-40B4-BE49-F238E27FC236}">
                <a16:creationId xmlns:a16="http://schemas.microsoft.com/office/drawing/2014/main" id="{F114BEFE-30F4-06E8-6BE0-619CDBC06F00}"/>
              </a:ext>
            </a:extLst>
          </p:cNvPr>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80327" y="6523613"/>
            <a:ext cx="1032653" cy="227114"/>
          </a:xfrm>
          <a:prstGeom prst="rect">
            <a:avLst/>
          </a:prstGeom>
          <a:noFill/>
          <a:ln>
            <a:noFill/>
          </a:ln>
        </p:spPr>
      </p:pic>
    </p:spTree>
    <p:extLst>
      <p:ext uri="{BB962C8B-B14F-4D97-AF65-F5344CB8AC3E}">
        <p14:creationId xmlns:p14="http://schemas.microsoft.com/office/powerpoint/2010/main" val="1580760372"/>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527999" y="11832"/>
            <a:ext cx="11160840" cy="423341"/>
          </a:xfrm>
          <a:prstGeom prst="rect">
            <a:avLst/>
          </a:prstGeom>
        </p:spPr>
        <p:txBody>
          <a:bodyPr vert="horz" lIns="0" tIns="0" rIns="0" bIns="0" rtlCol="0" anchor="t" anchorCtr="0">
            <a:noAutofit/>
          </a:bodyPr>
          <a:lstStyle/>
          <a:p>
            <a:r>
              <a:rPr lang="ja-JP" altLang="en-US" dirty="0"/>
              <a:t>マスター タイトルの書式設定</a:t>
            </a:r>
            <a:endParaRPr lang="en-GB" dirty="0"/>
          </a:p>
        </p:txBody>
      </p:sp>
      <p:sp>
        <p:nvSpPr>
          <p:cNvPr id="8" name="Text Placeholder 2"/>
          <p:cNvSpPr>
            <a:spLocks noGrp="1"/>
          </p:cNvSpPr>
          <p:nvPr>
            <p:ph type="body" idx="1"/>
          </p:nvPr>
        </p:nvSpPr>
        <p:spPr>
          <a:xfrm>
            <a:off x="528001" y="1588958"/>
            <a:ext cx="11160839" cy="4062543"/>
          </a:xfrm>
          <a:prstGeom prst="rect">
            <a:avLst/>
          </a:prstGeom>
        </p:spPr>
        <p:txBody>
          <a:bodyPr vert="horz" lIns="0" tIns="0" rIns="0" bIns="0" rtlCol="0">
            <a:noAutofit/>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GB" dirty="0"/>
          </a:p>
        </p:txBody>
      </p:sp>
      <p:sp>
        <p:nvSpPr>
          <p:cNvPr id="4" name="Slide Number Placeholder 5">
            <a:extLst>
              <a:ext uri="{FF2B5EF4-FFF2-40B4-BE49-F238E27FC236}">
                <a16:creationId xmlns:a16="http://schemas.microsoft.com/office/drawing/2014/main" id="{95723448-76E8-5A7D-4CE3-76075F2E9F20}"/>
              </a:ext>
            </a:extLst>
          </p:cNvPr>
          <p:cNvSpPr txBox="1">
            <a:spLocks/>
          </p:cNvSpPr>
          <p:nvPr userDrawn="1"/>
        </p:nvSpPr>
        <p:spPr>
          <a:xfrm>
            <a:off x="11358465" y="6505328"/>
            <a:ext cx="666276" cy="374975"/>
          </a:xfrm>
          <a:prstGeom prst="rect">
            <a:avLst/>
          </a:prstGeom>
        </p:spPr>
        <p:txBody>
          <a:bodyPr vert="horz" lIns="0" tIns="0" rIns="0" bIns="0" rtlCol="0" anchor="t" anchorCtr="0"/>
          <a:lstStyle>
            <a:defPPr>
              <a:defRPr lang="en-US"/>
            </a:defPPr>
            <a:lvl1pPr marL="0" algn="r"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3381702-59A5-4643-AE93-D7BF7F78153B}" type="slidenum">
              <a:rPr lang="en-GB" sz="1800" smtClean="0">
                <a:solidFill>
                  <a:prstClr val="black"/>
                </a:solidFill>
                <a:latin typeface="Meiryo UI"/>
                <a:ea typeface="Meiryo UI"/>
              </a:rPr>
              <a:pPr/>
              <a:t>‹#›</a:t>
            </a:fld>
            <a:endParaRPr lang="en-GB" sz="1800">
              <a:solidFill>
                <a:prstClr val="black"/>
              </a:solidFill>
              <a:latin typeface="Meiryo UI"/>
              <a:ea typeface="Meiryo UI"/>
            </a:endParaRPr>
          </a:p>
        </p:txBody>
      </p:sp>
      <p:sp>
        <p:nvSpPr>
          <p:cNvPr id="5" name="Footer Placeholder 4">
            <a:extLst>
              <a:ext uri="{FF2B5EF4-FFF2-40B4-BE49-F238E27FC236}">
                <a16:creationId xmlns:a16="http://schemas.microsoft.com/office/drawing/2014/main" id="{A33C1039-6B15-6CA8-3AE4-652276463C67}"/>
              </a:ext>
            </a:extLst>
          </p:cNvPr>
          <p:cNvSpPr txBox="1">
            <a:spLocks/>
          </p:cNvSpPr>
          <p:nvPr userDrawn="1"/>
        </p:nvSpPr>
        <p:spPr>
          <a:xfrm>
            <a:off x="7635268" y="6575094"/>
            <a:ext cx="3837497" cy="216000"/>
          </a:xfrm>
          <a:prstGeom prst="rect">
            <a:avLst/>
          </a:prstGeom>
        </p:spPr>
        <p:txBody>
          <a:bodyPr vert="horz" lIns="0" tIns="0" rIns="0" bIns="0" rtlCol="0" anchor="ctr" anchorCtr="0"/>
          <a:lstStyle>
            <a:defPPr>
              <a:defRPr lang="en-US"/>
            </a:defPPr>
            <a:lvl1pPr marL="0" algn="r" defTabSz="457200" rtl="0" eaLnBrk="1" latinLnBrk="0" hangingPunct="1">
              <a:defRPr sz="7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fr-FR" altLang="ja-JP" sz="700" dirty="0">
                <a:solidFill>
                  <a:prstClr val="black"/>
                </a:solidFill>
                <a:latin typeface="Meiryo UI"/>
                <a:ea typeface="Meiryo UI"/>
              </a:rPr>
              <a:t>©20</a:t>
            </a:r>
            <a:r>
              <a:rPr lang="en-US" altLang="ja-JP" sz="700" dirty="0">
                <a:solidFill>
                  <a:prstClr val="black"/>
                </a:solidFill>
                <a:latin typeface="Meiryo UI"/>
                <a:ea typeface="Meiryo UI"/>
              </a:rPr>
              <a:t>25</a:t>
            </a:r>
            <a:r>
              <a:rPr lang="fr-FR" altLang="ja-JP" sz="700" dirty="0">
                <a:solidFill>
                  <a:prstClr val="black"/>
                </a:solidFill>
                <a:latin typeface="Meiryo UI"/>
                <a:ea typeface="Meiryo UI"/>
              </a:rPr>
              <a:t> KYOCERA Document Solutions Inc.</a:t>
            </a:r>
            <a:endParaRPr lang="en-GB" sz="700" dirty="0">
              <a:solidFill>
                <a:prstClr val="black"/>
              </a:solidFill>
              <a:latin typeface="Meiryo UI"/>
              <a:ea typeface="Meiryo UI"/>
            </a:endParaRPr>
          </a:p>
        </p:txBody>
      </p:sp>
    </p:spTree>
    <p:extLst>
      <p:ext uri="{BB962C8B-B14F-4D97-AF65-F5344CB8AC3E}">
        <p14:creationId xmlns:p14="http://schemas.microsoft.com/office/powerpoint/2010/main" val="2952492359"/>
      </p:ext>
    </p:extLst>
  </p:cSld>
  <p:clrMap bg1="lt1" tx1="dk1" bg2="lt2" tx2="dk2" accent1="accent1" accent2="accent2" accent3="accent3" accent4="accent4" accent5="accent5" accent6="accent6" hlink="hlink" folHlink="folHlink"/>
  <p:sldLayoutIdLst>
    <p:sldLayoutId id="2147483689" r:id="rId1"/>
  </p:sldLayoutIdLst>
  <p:hf hdr="0" dt="0"/>
  <p:txStyles>
    <p:titleStyle>
      <a:lvl1pPr algn="ctr" defTabSz="914400" rtl="0" eaLnBrk="1" latinLnBrk="0" hangingPunct="1">
        <a:lnSpc>
          <a:spcPct val="90000"/>
        </a:lnSpc>
        <a:spcBef>
          <a:spcPct val="0"/>
        </a:spcBef>
        <a:buNone/>
        <a:defRPr kumimoji="1" sz="24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2.xml"/><Relationship Id="rId13" Type="http://schemas.microsoft.com/office/2007/relationships/diagramDrawing" Target="../diagrams/drawing3.xml"/><Relationship Id="rId3" Type="http://schemas.openxmlformats.org/officeDocument/2006/relationships/image" Target="../media/image2.jpg"/><Relationship Id="rId7" Type="http://schemas.openxmlformats.org/officeDocument/2006/relationships/diagramColors" Target="../diagrams/colors2.xml"/><Relationship Id="rId12" Type="http://schemas.openxmlformats.org/officeDocument/2006/relationships/diagramColors" Target="../diagrams/colors3.xm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diagramQuickStyle" Target="../diagrams/quickStyle2.xml"/><Relationship Id="rId11" Type="http://schemas.openxmlformats.org/officeDocument/2006/relationships/diagramQuickStyle" Target="../diagrams/quickStyle3.xml"/><Relationship Id="rId5" Type="http://schemas.openxmlformats.org/officeDocument/2006/relationships/diagramLayout" Target="../diagrams/layout2.xml"/><Relationship Id="rId10" Type="http://schemas.openxmlformats.org/officeDocument/2006/relationships/diagramLayout" Target="../diagrams/layout3.xml"/><Relationship Id="rId4" Type="http://schemas.openxmlformats.org/officeDocument/2006/relationships/diagramData" Target="../diagrams/data2.xml"/><Relationship Id="rId9" Type="http://schemas.openxmlformats.org/officeDocument/2006/relationships/diagramData" Target="../diagrams/data3.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4.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2.jpg"/><Relationship Id="rId7" Type="http://schemas.openxmlformats.org/officeDocument/2006/relationships/diagramColors" Target="../diagrams/colors5.xm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5.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2.jpg"/><Relationship Id="rId7" Type="http://schemas.openxmlformats.org/officeDocument/2006/relationships/diagramColors" Target="../diagrams/colors6.xm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6.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image" Target="../media/image2.jpg"/><Relationship Id="rId7" Type="http://schemas.openxmlformats.org/officeDocument/2006/relationships/diagramColors" Target="../diagrams/colors7.xm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7.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image" Target="../media/image2.jpg"/><Relationship Id="rId7" Type="http://schemas.openxmlformats.org/officeDocument/2006/relationships/diagramColors" Target="../diagrams/colors8.xm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diagramQuickStyle" Target="../diagrams/quickStyle8.xml"/><Relationship Id="rId5" Type="http://schemas.openxmlformats.org/officeDocument/2006/relationships/diagramLayout" Target="../diagrams/layout8.xml"/><Relationship Id="rId4" Type="http://schemas.openxmlformats.org/officeDocument/2006/relationships/diagramData" Target="../diagrams/data8.xml"/></Relationships>
</file>

<file path=ppt/slides/_rels/slide8.xml.rels><?xml version="1.0" encoding="UTF-8" standalone="yes"?>
<Relationships xmlns="http://schemas.openxmlformats.org/package/2006/relationships"><Relationship Id="rId8" Type="http://schemas.microsoft.com/office/2007/relationships/diagramDrawing" Target="../diagrams/drawing9.xml"/><Relationship Id="rId3" Type="http://schemas.openxmlformats.org/officeDocument/2006/relationships/image" Target="../media/image2.jpg"/><Relationship Id="rId7" Type="http://schemas.openxmlformats.org/officeDocument/2006/relationships/diagramColors" Target="../diagrams/colors9.xm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diagramQuickStyle" Target="../diagrams/quickStyle9.xml"/><Relationship Id="rId5" Type="http://schemas.openxmlformats.org/officeDocument/2006/relationships/diagramLayout" Target="../diagrams/layout9.xml"/><Relationship Id="rId4" Type="http://schemas.openxmlformats.org/officeDocument/2006/relationships/diagramData" Target="../diagrams/data9.xml"/></Relationships>
</file>

<file path=ppt/slides/_rels/slide9.xml.rels><?xml version="1.0" encoding="UTF-8" standalone="yes"?>
<Relationships xmlns="http://schemas.openxmlformats.org/package/2006/relationships"><Relationship Id="rId8" Type="http://schemas.microsoft.com/office/2007/relationships/diagramDrawing" Target="../diagrams/drawing10.xml"/><Relationship Id="rId3" Type="http://schemas.openxmlformats.org/officeDocument/2006/relationships/image" Target="../media/image2.jpg"/><Relationship Id="rId7" Type="http://schemas.openxmlformats.org/officeDocument/2006/relationships/diagramColors" Target="../diagrams/colors10.xm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diagramQuickStyle" Target="../diagrams/quickStyle10.xml"/><Relationship Id="rId5" Type="http://schemas.openxmlformats.org/officeDocument/2006/relationships/diagramLayout" Target="../diagrams/layout10.xml"/><Relationship Id="rId4" Type="http://schemas.openxmlformats.org/officeDocument/2006/relationships/diagramData" Target="../diagrams/data10.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11.xml.rels><?xml version="1.0" encoding="UTF-8" standalone="yes"?>
<Relationships xmlns="http://schemas.openxmlformats.org/package/2006/relationships"><Relationship Id="rId8" Type="http://schemas.openxmlformats.org/officeDocument/2006/relationships/diagramData" Target="../diagrams/data12.xml"/><Relationship Id="rId13"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12" Type="http://schemas.microsoft.com/office/2007/relationships/diagramDrawing" Target="../diagrams/drawing12.xml"/><Relationship Id="rId2" Type="http://schemas.openxmlformats.org/officeDocument/2006/relationships/notesSlide" Target="../notesSlides/notesSlide11.xml"/><Relationship Id="rId16" Type="http://schemas.openxmlformats.org/officeDocument/2006/relationships/image" Target="../media/image11.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diagramColors" Target="../diagrams/colors12.xml"/><Relationship Id="rId5" Type="http://schemas.openxmlformats.org/officeDocument/2006/relationships/image" Target="../media/image5.png"/><Relationship Id="rId15" Type="http://schemas.openxmlformats.org/officeDocument/2006/relationships/image" Target="../media/image10.png"/><Relationship Id="rId10" Type="http://schemas.openxmlformats.org/officeDocument/2006/relationships/diagramQuickStyle" Target="../diagrams/quickStyle12.xml"/><Relationship Id="rId4" Type="http://schemas.openxmlformats.org/officeDocument/2006/relationships/image" Target="../media/image4.png"/><Relationship Id="rId9" Type="http://schemas.openxmlformats.org/officeDocument/2006/relationships/diagramLayout" Target="../diagrams/layout12.xml"/><Relationship Id="rId14" Type="http://schemas.openxmlformats.org/officeDocument/2006/relationships/image" Target="../media/image9.png"/></Relationships>
</file>

<file path=ppt/slides/_rels/slide12.xml.rels><?xml version="1.0" encoding="UTF-8" standalone="yes"?>
<Relationships xmlns="http://schemas.openxmlformats.org/package/2006/relationships"><Relationship Id="rId8" Type="http://schemas.openxmlformats.org/officeDocument/2006/relationships/diagramLayout" Target="../diagrams/layout13.xml"/><Relationship Id="rId3" Type="http://schemas.openxmlformats.org/officeDocument/2006/relationships/image" Target="../media/image4.png"/><Relationship Id="rId7" Type="http://schemas.openxmlformats.org/officeDocument/2006/relationships/diagramData" Target="../diagrams/data13.xm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7.png"/><Relationship Id="rId11" Type="http://schemas.microsoft.com/office/2007/relationships/diagramDrawing" Target="../diagrams/drawing13.xml"/><Relationship Id="rId5" Type="http://schemas.openxmlformats.org/officeDocument/2006/relationships/image" Target="../media/image6.png"/><Relationship Id="rId10" Type="http://schemas.openxmlformats.org/officeDocument/2006/relationships/diagramColors" Target="../diagrams/colors13.xml"/><Relationship Id="rId4" Type="http://schemas.openxmlformats.org/officeDocument/2006/relationships/image" Target="../media/image5.png"/><Relationship Id="rId9" Type="http://schemas.openxmlformats.org/officeDocument/2006/relationships/diagramQuickStyle" Target="../diagrams/quickStyle13.xml"/></Relationships>
</file>

<file path=ppt/slides/_rels/slide13.xml.rels><?xml version="1.0" encoding="UTF-8" standalone="yes"?>
<Relationships xmlns="http://schemas.openxmlformats.org/package/2006/relationships"><Relationship Id="rId8" Type="http://schemas.openxmlformats.org/officeDocument/2006/relationships/diagramQuickStyle" Target="../diagrams/quickStyle14.xml"/><Relationship Id="rId3" Type="http://schemas.openxmlformats.org/officeDocument/2006/relationships/image" Target="../media/image8.png"/><Relationship Id="rId7" Type="http://schemas.openxmlformats.org/officeDocument/2006/relationships/diagramLayout" Target="../diagrams/layout14.xm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diagramData" Target="../diagrams/data14.xml"/><Relationship Id="rId5" Type="http://schemas.openxmlformats.org/officeDocument/2006/relationships/image" Target="../media/image10.png"/><Relationship Id="rId10" Type="http://schemas.microsoft.com/office/2007/relationships/diagramDrawing" Target="../diagrams/drawing14.xml"/><Relationship Id="rId4" Type="http://schemas.openxmlformats.org/officeDocument/2006/relationships/image" Target="../media/image9.png"/><Relationship Id="rId9" Type="http://schemas.openxmlformats.org/officeDocument/2006/relationships/diagramColors" Target="../diagrams/colors14.xml"/></Relationships>
</file>

<file path=ppt/slides/_rels/slide14.xml.rels><?xml version="1.0" encoding="UTF-8" standalone="yes"?>
<Relationships xmlns="http://schemas.openxmlformats.org/package/2006/relationships"><Relationship Id="rId8" Type="http://schemas.openxmlformats.org/officeDocument/2006/relationships/diagramColors" Target="../diagrams/colors15.xml"/><Relationship Id="rId3" Type="http://schemas.openxmlformats.org/officeDocument/2006/relationships/image" Target="../media/image3.png"/><Relationship Id="rId7" Type="http://schemas.openxmlformats.org/officeDocument/2006/relationships/diagramQuickStyle" Target="../diagrams/quickStyle15.xml"/><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diagramLayout" Target="../diagrams/layout15.xml"/><Relationship Id="rId5" Type="http://schemas.openxmlformats.org/officeDocument/2006/relationships/diagramData" Target="../diagrams/data15.xml"/><Relationship Id="rId4" Type="http://schemas.openxmlformats.org/officeDocument/2006/relationships/image" Target="../media/image11.png"/><Relationship Id="rId9" Type="http://schemas.microsoft.com/office/2007/relationships/diagramDrawing" Target="../diagrams/drawing15.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8.xml"/><Relationship Id="rId7" Type="http://schemas.microsoft.com/office/2007/relationships/diagramDrawing" Target="../diagrams/drawing18.xm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diagramColors" Target="../diagrams/colors18.xml"/><Relationship Id="rId5" Type="http://schemas.openxmlformats.org/officeDocument/2006/relationships/diagramQuickStyle" Target="../diagrams/quickStyle18.xml"/><Relationship Id="rId4" Type="http://schemas.openxmlformats.org/officeDocument/2006/relationships/diagramLayout" Target="../diagrams/layout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977E3-012F-DA34-947F-9DE11E5880ED}"/>
            </a:ext>
          </a:extLst>
        </p:cNvPr>
        <p:cNvGrpSpPr/>
        <p:nvPr/>
      </p:nvGrpSpPr>
      <p:grpSpPr>
        <a:xfrm>
          <a:off x="0" y="0"/>
          <a:ext cx="0" cy="0"/>
          <a:chOff x="0" y="0"/>
          <a:chExt cx="0" cy="0"/>
        </a:xfrm>
      </p:grpSpPr>
      <p:sp>
        <p:nvSpPr>
          <p:cNvPr id="27" name="Freeform 34">
            <a:extLst>
              <a:ext uri="{FF2B5EF4-FFF2-40B4-BE49-F238E27FC236}">
                <a16:creationId xmlns:a16="http://schemas.microsoft.com/office/drawing/2014/main" id="{9C7F7C2A-7F5C-2512-8089-2C900EA1DA44}"/>
              </a:ext>
            </a:extLst>
          </p:cNvPr>
          <p:cNvSpPr>
            <a:spLocks noChangeAspect="1"/>
          </p:cNvSpPr>
          <p:nvPr/>
        </p:nvSpPr>
        <p:spPr bwMode="auto">
          <a:xfrm rot="10800000" flipV="1">
            <a:off x="496755" y="646907"/>
            <a:ext cx="11198490" cy="324360"/>
          </a:xfrm>
          <a:custGeom>
            <a:avLst/>
            <a:gdLst>
              <a:gd name="T0" fmla="*/ 922 w 990"/>
              <a:gd name="T1" fmla="*/ 0 h 36"/>
              <a:gd name="T2" fmla="*/ 907 w 990"/>
              <a:gd name="T3" fmla="*/ 0 h 36"/>
              <a:gd name="T4" fmla="*/ 880 w 990"/>
              <a:gd name="T5" fmla="*/ 1 h 36"/>
              <a:gd name="T6" fmla="*/ 839 w 990"/>
              <a:gd name="T7" fmla="*/ 3 h 36"/>
              <a:gd name="T8" fmla="*/ 818 w 990"/>
              <a:gd name="T9" fmla="*/ 3 h 36"/>
              <a:gd name="T10" fmla="*/ 798 w 990"/>
              <a:gd name="T11" fmla="*/ 4 h 36"/>
              <a:gd name="T12" fmla="*/ 757 w 990"/>
              <a:gd name="T13" fmla="*/ 5 h 36"/>
              <a:gd name="T14" fmla="*/ 718 w 990"/>
              <a:gd name="T15" fmla="*/ 5 h 36"/>
              <a:gd name="T16" fmla="*/ 662 w 990"/>
              <a:gd name="T17" fmla="*/ 5 h 36"/>
              <a:gd name="T18" fmla="*/ 540 w 990"/>
              <a:gd name="T19" fmla="*/ 4 h 36"/>
              <a:gd name="T20" fmla="*/ 512 w 990"/>
              <a:gd name="T21" fmla="*/ 4 h 36"/>
              <a:gd name="T22" fmla="*/ 511 w 990"/>
              <a:gd name="T23" fmla="*/ 4 h 36"/>
              <a:gd name="T24" fmla="*/ 484 w 990"/>
              <a:gd name="T25" fmla="*/ 5 h 36"/>
              <a:gd name="T26" fmla="*/ 419 w 990"/>
              <a:gd name="T27" fmla="*/ 5 h 36"/>
              <a:gd name="T28" fmla="*/ 353 w 990"/>
              <a:gd name="T29" fmla="*/ 7 h 36"/>
              <a:gd name="T30" fmla="*/ 350 w 990"/>
              <a:gd name="T31" fmla="*/ 7 h 36"/>
              <a:gd name="T32" fmla="*/ 288 w 990"/>
              <a:gd name="T33" fmla="*/ 5 h 36"/>
              <a:gd name="T34" fmla="*/ 265 w 990"/>
              <a:gd name="T35" fmla="*/ 4 h 36"/>
              <a:gd name="T36" fmla="*/ 244 w 990"/>
              <a:gd name="T37" fmla="*/ 4 h 36"/>
              <a:gd name="T38" fmla="*/ 224 w 990"/>
              <a:gd name="T39" fmla="*/ 4 h 36"/>
              <a:gd name="T40" fmla="*/ 223 w 990"/>
              <a:gd name="T41" fmla="*/ 4 h 36"/>
              <a:gd name="T42" fmla="*/ 222 w 990"/>
              <a:gd name="T43" fmla="*/ 4 h 36"/>
              <a:gd name="T44" fmla="*/ 190 w 990"/>
              <a:gd name="T45" fmla="*/ 4 h 36"/>
              <a:gd name="T46" fmla="*/ 158 w 990"/>
              <a:gd name="T47" fmla="*/ 4 h 36"/>
              <a:gd name="T48" fmla="*/ 157 w 990"/>
              <a:gd name="T49" fmla="*/ 4 h 36"/>
              <a:gd name="T50" fmla="*/ 91 w 990"/>
              <a:gd name="T51" fmla="*/ 5 h 36"/>
              <a:gd name="T52" fmla="*/ 58 w 990"/>
              <a:gd name="T53" fmla="*/ 6 h 36"/>
              <a:gd name="T54" fmla="*/ 26 w 990"/>
              <a:gd name="T55" fmla="*/ 8 h 36"/>
              <a:gd name="T56" fmla="*/ 10 w 990"/>
              <a:gd name="T57" fmla="*/ 10 h 36"/>
              <a:gd name="T58" fmla="*/ 6 w 990"/>
              <a:gd name="T59" fmla="*/ 10 h 36"/>
              <a:gd name="T60" fmla="*/ 5 w 990"/>
              <a:gd name="T61" fmla="*/ 10 h 36"/>
              <a:gd name="T62" fmla="*/ 5 w 990"/>
              <a:gd name="T63" fmla="*/ 10 h 36"/>
              <a:gd name="T64" fmla="*/ 4 w 990"/>
              <a:gd name="T65" fmla="*/ 10 h 36"/>
              <a:gd name="T66" fmla="*/ 2 w 990"/>
              <a:gd name="T67" fmla="*/ 10 h 36"/>
              <a:gd name="T68" fmla="*/ 1 w 990"/>
              <a:gd name="T69" fmla="*/ 12 h 36"/>
              <a:gd name="T70" fmla="*/ 4 w 990"/>
              <a:gd name="T71" fmla="*/ 17 h 36"/>
              <a:gd name="T72" fmla="*/ 4 w 990"/>
              <a:gd name="T73" fmla="*/ 17 h 36"/>
              <a:gd name="T74" fmla="*/ 63 w 990"/>
              <a:gd name="T75" fmla="*/ 16 h 36"/>
              <a:gd name="T76" fmla="*/ 70 w 990"/>
              <a:gd name="T77" fmla="*/ 16 h 36"/>
              <a:gd name="T78" fmla="*/ 122 w 990"/>
              <a:gd name="T79" fmla="*/ 17 h 36"/>
              <a:gd name="T80" fmla="*/ 153 w 990"/>
              <a:gd name="T81" fmla="*/ 19 h 36"/>
              <a:gd name="T82" fmla="*/ 183 w 990"/>
              <a:gd name="T83" fmla="*/ 20 h 36"/>
              <a:gd name="T84" fmla="*/ 244 w 990"/>
              <a:gd name="T85" fmla="*/ 22 h 36"/>
              <a:gd name="T86" fmla="*/ 305 w 990"/>
              <a:gd name="T87" fmla="*/ 24 h 36"/>
              <a:gd name="T88" fmla="*/ 336 w 990"/>
              <a:gd name="T89" fmla="*/ 26 h 36"/>
              <a:gd name="T90" fmla="*/ 375 w 990"/>
              <a:gd name="T91" fmla="*/ 28 h 36"/>
              <a:gd name="T92" fmla="*/ 489 w 990"/>
              <a:gd name="T93" fmla="*/ 32 h 36"/>
              <a:gd name="T94" fmla="*/ 612 w 990"/>
              <a:gd name="T95" fmla="*/ 36 h 36"/>
              <a:gd name="T96" fmla="*/ 665 w 990"/>
              <a:gd name="T97" fmla="*/ 36 h 36"/>
              <a:gd name="T98" fmla="*/ 707 w 990"/>
              <a:gd name="T99" fmla="*/ 36 h 36"/>
              <a:gd name="T100" fmla="*/ 750 w 990"/>
              <a:gd name="T101" fmla="*/ 36 h 36"/>
              <a:gd name="T102" fmla="*/ 792 w 990"/>
              <a:gd name="T103" fmla="*/ 35 h 36"/>
              <a:gd name="T104" fmla="*/ 879 w 990"/>
              <a:gd name="T105" fmla="*/ 32 h 36"/>
              <a:gd name="T106" fmla="*/ 921 w 990"/>
              <a:gd name="T107" fmla="*/ 30 h 36"/>
              <a:gd name="T108" fmla="*/ 969 w 990"/>
              <a:gd name="T109" fmla="*/ 27 h 36"/>
              <a:gd name="T110" fmla="*/ 982 w 990"/>
              <a:gd name="T111" fmla="*/ 22 h 36"/>
              <a:gd name="T112" fmla="*/ 987 w 990"/>
              <a:gd name="T113" fmla="*/ 15 h 36"/>
              <a:gd name="T114" fmla="*/ 989 w 990"/>
              <a:gd name="T115" fmla="*/ 8 h 36"/>
              <a:gd name="T116" fmla="*/ 982 w 990"/>
              <a:gd name="T117" fmla="*/ 2 h 36"/>
              <a:gd name="T118" fmla="*/ 962 w 990"/>
              <a:gd name="T119" fmla="*/ 0 h 36"/>
              <a:gd name="T120" fmla="*/ 934 w 990"/>
              <a:gd name="T121" fmla="*/ 0 h 36"/>
              <a:gd name="T122" fmla="*/ 922 w 990"/>
              <a:gd name="T123" fmla="*/ 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90" h="36">
                <a:moveTo>
                  <a:pt x="922" y="0"/>
                </a:moveTo>
                <a:cubicBezTo>
                  <a:pt x="917" y="0"/>
                  <a:pt x="912" y="0"/>
                  <a:pt x="907" y="0"/>
                </a:cubicBezTo>
                <a:cubicBezTo>
                  <a:pt x="898" y="0"/>
                  <a:pt x="889" y="1"/>
                  <a:pt x="880" y="1"/>
                </a:cubicBezTo>
                <a:cubicBezTo>
                  <a:pt x="839" y="3"/>
                  <a:pt x="839" y="3"/>
                  <a:pt x="839" y="3"/>
                </a:cubicBezTo>
                <a:cubicBezTo>
                  <a:pt x="818" y="3"/>
                  <a:pt x="818" y="3"/>
                  <a:pt x="818" y="3"/>
                </a:cubicBezTo>
                <a:cubicBezTo>
                  <a:pt x="798" y="4"/>
                  <a:pt x="798" y="4"/>
                  <a:pt x="798" y="4"/>
                </a:cubicBezTo>
                <a:cubicBezTo>
                  <a:pt x="757" y="5"/>
                  <a:pt x="757" y="5"/>
                  <a:pt x="757" y="5"/>
                </a:cubicBezTo>
                <a:cubicBezTo>
                  <a:pt x="744" y="5"/>
                  <a:pt x="731" y="5"/>
                  <a:pt x="718" y="5"/>
                </a:cubicBezTo>
                <a:cubicBezTo>
                  <a:pt x="699" y="5"/>
                  <a:pt x="681" y="5"/>
                  <a:pt x="662" y="5"/>
                </a:cubicBezTo>
                <a:cubicBezTo>
                  <a:pt x="540" y="4"/>
                  <a:pt x="540" y="4"/>
                  <a:pt x="540" y="4"/>
                </a:cubicBezTo>
                <a:cubicBezTo>
                  <a:pt x="512" y="4"/>
                  <a:pt x="512" y="4"/>
                  <a:pt x="512" y="4"/>
                </a:cubicBezTo>
                <a:cubicBezTo>
                  <a:pt x="512" y="4"/>
                  <a:pt x="511" y="4"/>
                  <a:pt x="511" y="4"/>
                </a:cubicBezTo>
                <a:cubicBezTo>
                  <a:pt x="502" y="4"/>
                  <a:pt x="493" y="4"/>
                  <a:pt x="484" y="5"/>
                </a:cubicBezTo>
                <a:cubicBezTo>
                  <a:pt x="462" y="5"/>
                  <a:pt x="441" y="5"/>
                  <a:pt x="419" y="5"/>
                </a:cubicBezTo>
                <a:cubicBezTo>
                  <a:pt x="397" y="6"/>
                  <a:pt x="375" y="7"/>
                  <a:pt x="353" y="7"/>
                </a:cubicBezTo>
                <a:cubicBezTo>
                  <a:pt x="352" y="7"/>
                  <a:pt x="351" y="7"/>
                  <a:pt x="350" y="7"/>
                </a:cubicBezTo>
                <a:cubicBezTo>
                  <a:pt x="330" y="7"/>
                  <a:pt x="309" y="5"/>
                  <a:pt x="288" y="5"/>
                </a:cubicBezTo>
                <a:cubicBezTo>
                  <a:pt x="280" y="4"/>
                  <a:pt x="272" y="4"/>
                  <a:pt x="265" y="4"/>
                </a:cubicBezTo>
                <a:cubicBezTo>
                  <a:pt x="258" y="4"/>
                  <a:pt x="251" y="4"/>
                  <a:pt x="244" y="4"/>
                </a:cubicBezTo>
                <a:cubicBezTo>
                  <a:pt x="237" y="4"/>
                  <a:pt x="230" y="4"/>
                  <a:pt x="224" y="4"/>
                </a:cubicBezTo>
                <a:cubicBezTo>
                  <a:pt x="223" y="4"/>
                  <a:pt x="223" y="4"/>
                  <a:pt x="223" y="4"/>
                </a:cubicBezTo>
                <a:cubicBezTo>
                  <a:pt x="223" y="4"/>
                  <a:pt x="222" y="4"/>
                  <a:pt x="222" y="4"/>
                </a:cubicBezTo>
                <a:cubicBezTo>
                  <a:pt x="212" y="4"/>
                  <a:pt x="201" y="4"/>
                  <a:pt x="190" y="4"/>
                </a:cubicBezTo>
                <a:cubicBezTo>
                  <a:pt x="180" y="4"/>
                  <a:pt x="169" y="4"/>
                  <a:pt x="158" y="4"/>
                </a:cubicBezTo>
                <a:cubicBezTo>
                  <a:pt x="158" y="4"/>
                  <a:pt x="157" y="4"/>
                  <a:pt x="157" y="4"/>
                </a:cubicBezTo>
                <a:cubicBezTo>
                  <a:pt x="135" y="4"/>
                  <a:pt x="113" y="4"/>
                  <a:pt x="91" y="5"/>
                </a:cubicBezTo>
                <a:cubicBezTo>
                  <a:pt x="80" y="5"/>
                  <a:pt x="69" y="6"/>
                  <a:pt x="58" y="6"/>
                </a:cubicBezTo>
                <a:cubicBezTo>
                  <a:pt x="48" y="6"/>
                  <a:pt x="37" y="7"/>
                  <a:pt x="26" y="8"/>
                </a:cubicBezTo>
                <a:cubicBezTo>
                  <a:pt x="10" y="10"/>
                  <a:pt x="10" y="10"/>
                  <a:pt x="10" y="10"/>
                </a:cubicBezTo>
                <a:cubicBezTo>
                  <a:pt x="6" y="10"/>
                  <a:pt x="6" y="10"/>
                  <a:pt x="6" y="10"/>
                </a:cubicBezTo>
                <a:cubicBezTo>
                  <a:pt x="6" y="10"/>
                  <a:pt x="5" y="10"/>
                  <a:pt x="5" y="10"/>
                </a:cubicBezTo>
                <a:cubicBezTo>
                  <a:pt x="5" y="10"/>
                  <a:pt x="5" y="10"/>
                  <a:pt x="5" y="10"/>
                </a:cubicBezTo>
                <a:cubicBezTo>
                  <a:pt x="4" y="10"/>
                  <a:pt x="4" y="10"/>
                  <a:pt x="4" y="10"/>
                </a:cubicBezTo>
                <a:cubicBezTo>
                  <a:pt x="3" y="10"/>
                  <a:pt x="2" y="10"/>
                  <a:pt x="2" y="10"/>
                </a:cubicBezTo>
                <a:cubicBezTo>
                  <a:pt x="1" y="10"/>
                  <a:pt x="1" y="11"/>
                  <a:pt x="1" y="12"/>
                </a:cubicBezTo>
                <a:cubicBezTo>
                  <a:pt x="0" y="15"/>
                  <a:pt x="2" y="17"/>
                  <a:pt x="4" y="17"/>
                </a:cubicBezTo>
                <a:cubicBezTo>
                  <a:pt x="4" y="17"/>
                  <a:pt x="4" y="17"/>
                  <a:pt x="4" y="17"/>
                </a:cubicBezTo>
                <a:cubicBezTo>
                  <a:pt x="24" y="17"/>
                  <a:pt x="43" y="16"/>
                  <a:pt x="63" y="16"/>
                </a:cubicBezTo>
                <a:cubicBezTo>
                  <a:pt x="65" y="16"/>
                  <a:pt x="67" y="16"/>
                  <a:pt x="70" y="16"/>
                </a:cubicBezTo>
                <a:cubicBezTo>
                  <a:pt x="87" y="16"/>
                  <a:pt x="105" y="16"/>
                  <a:pt x="122" y="17"/>
                </a:cubicBezTo>
                <a:cubicBezTo>
                  <a:pt x="133" y="18"/>
                  <a:pt x="143" y="19"/>
                  <a:pt x="153" y="19"/>
                </a:cubicBezTo>
                <a:cubicBezTo>
                  <a:pt x="183" y="20"/>
                  <a:pt x="183" y="20"/>
                  <a:pt x="183" y="20"/>
                </a:cubicBezTo>
                <a:cubicBezTo>
                  <a:pt x="203" y="20"/>
                  <a:pt x="224" y="21"/>
                  <a:pt x="244" y="22"/>
                </a:cubicBezTo>
                <a:cubicBezTo>
                  <a:pt x="265" y="22"/>
                  <a:pt x="285" y="23"/>
                  <a:pt x="305" y="24"/>
                </a:cubicBezTo>
                <a:cubicBezTo>
                  <a:pt x="336" y="26"/>
                  <a:pt x="336" y="26"/>
                  <a:pt x="336" y="26"/>
                </a:cubicBezTo>
                <a:cubicBezTo>
                  <a:pt x="346" y="26"/>
                  <a:pt x="361" y="28"/>
                  <a:pt x="375" y="28"/>
                </a:cubicBezTo>
                <a:cubicBezTo>
                  <a:pt x="416" y="31"/>
                  <a:pt x="448" y="31"/>
                  <a:pt x="489" y="32"/>
                </a:cubicBezTo>
                <a:cubicBezTo>
                  <a:pt x="530" y="34"/>
                  <a:pt x="571" y="35"/>
                  <a:pt x="612" y="36"/>
                </a:cubicBezTo>
                <a:cubicBezTo>
                  <a:pt x="629" y="36"/>
                  <a:pt x="647" y="36"/>
                  <a:pt x="665" y="36"/>
                </a:cubicBezTo>
                <a:cubicBezTo>
                  <a:pt x="679" y="36"/>
                  <a:pt x="693" y="36"/>
                  <a:pt x="707" y="36"/>
                </a:cubicBezTo>
                <a:cubicBezTo>
                  <a:pt x="750" y="36"/>
                  <a:pt x="750" y="36"/>
                  <a:pt x="750" y="36"/>
                </a:cubicBezTo>
                <a:cubicBezTo>
                  <a:pt x="792" y="35"/>
                  <a:pt x="792" y="35"/>
                  <a:pt x="792" y="35"/>
                </a:cubicBezTo>
                <a:cubicBezTo>
                  <a:pt x="821" y="34"/>
                  <a:pt x="850" y="33"/>
                  <a:pt x="879" y="32"/>
                </a:cubicBezTo>
                <a:cubicBezTo>
                  <a:pt x="921" y="30"/>
                  <a:pt x="921" y="30"/>
                  <a:pt x="921" y="30"/>
                </a:cubicBezTo>
                <a:cubicBezTo>
                  <a:pt x="937" y="30"/>
                  <a:pt x="953" y="29"/>
                  <a:pt x="969" y="27"/>
                </a:cubicBezTo>
                <a:cubicBezTo>
                  <a:pt x="973" y="26"/>
                  <a:pt x="979" y="25"/>
                  <a:pt x="982" y="22"/>
                </a:cubicBezTo>
                <a:cubicBezTo>
                  <a:pt x="984" y="20"/>
                  <a:pt x="986" y="17"/>
                  <a:pt x="987" y="15"/>
                </a:cubicBezTo>
                <a:cubicBezTo>
                  <a:pt x="989" y="13"/>
                  <a:pt x="990" y="10"/>
                  <a:pt x="989" y="8"/>
                </a:cubicBezTo>
                <a:cubicBezTo>
                  <a:pt x="988" y="4"/>
                  <a:pt x="985" y="3"/>
                  <a:pt x="982" y="2"/>
                </a:cubicBezTo>
                <a:cubicBezTo>
                  <a:pt x="975" y="0"/>
                  <a:pt x="968" y="0"/>
                  <a:pt x="962" y="0"/>
                </a:cubicBezTo>
                <a:cubicBezTo>
                  <a:pt x="934" y="0"/>
                  <a:pt x="934" y="0"/>
                  <a:pt x="934" y="0"/>
                </a:cubicBezTo>
                <a:cubicBezTo>
                  <a:pt x="930" y="0"/>
                  <a:pt x="926" y="0"/>
                  <a:pt x="922" y="0"/>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Meiryo UI"/>
              <a:ea typeface="Meiryo UI"/>
              <a:cs typeface="+mn-cs"/>
            </a:endParaRPr>
          </a:p>
        </p:txBody>
      </p:sp>
      <p:sp>
        <p:nvSpPr>
          <p:cNvPr id="2" name="TextBox 1">
            <a:extLst>
              <a:ext uri="{FF2B5EF4-FFF2-40B4-BE49-F238E27FC236}">
                <a16:creationId xmlns:a16="http://schemas.microsoft.com/office/drawing/2014/main" id="{7A1837E6-17F5-2293-49FC-3AF944838E76}"/>
              </a:ext>
            </a:extLst>
          </p:cNvPr>
          <p:cNvSpPr txBox="1"/>
          <p:nvPr/>
        </p:nvSpPr>
        <p:spPr>
          <a:xfrm>
            <a:off x="216984" y="79415"/>
            <a:ext cx="6096000" cy="523220"/>
          </a:xfrm>
          <a:prstGeom prst="rect">
            <a:avLst/>
          </a:prstGeom>
          <a:noFill/>
        </p:spPr>
        <p:txBody>
          <a:bodyPr wrap="square">
            <a:spAutoFit/>
          </a:bodyPr>
          <a:lstStyle/>
          <a:p>
            <a:r>
              <a:rPr lang="en-US" sz="2800" b="1" dirty="0">
                <a:latin typeface="Arial Narrow" panose="020B0606020202030204" pitchFamily="34" charset="0"/>
              </a:rPr>
              <a:t>3.Software Detail Design</a:t>
            </a:r>
            <a:endParaRPr lang="en-US" sz="2800" b="1" dirty="0"/>
          </a:p>
        </p:txBody>
      </p:sp>
      <p:sp>
        <p:nvSpPr>
          <p:cNvPr id="4" name="TextBox 3">
            <a:extLst>
              <a:ext uri="{FF2B5EF4-FFF2-40B4-BE49-F238E27FC236}">
                <a16:creationId xmlns:a16="http://schemas.microsoft.com/office/drawing/2014/main" id="{B6E2A068-E581-CB88-EA38-0E27F27985CB}"/>
              </a:ext>
            </a:extLst>
          </p:cNvPr>
          <p:cNvSpPr txBox="1"/>
          <p:nvPr/>
        </p:nvSpPr>
        <p:spPr>
          <a:xfrm>
            <a:off x="4420163" y="1015539"/>
            <a:ext cx="3776925" cy="646331"/>
          </a:xfrm>
          <a:prstGeom prst="rect">
            <a:avLst/>
          </a:prstGeom>
          <a:noFill/>
        </p:spPr>
        <p:txBody>
          <a:bodyPr wrap="square">
            <a:spAutoFit/>
          </a:bodyPr>
          <a:lstStyle/>
          <a:p>
            <a:r>
              <a:rPr lang="en-US" sz="3600" b="1" dirty="0">
                <a:latin typeface="Arial Narrow" panose="020B0606020202030204" pitchFamily="34" charset="0"/>
              </a:rPr>
              <a:t>Contents/</a:t>
            </a:r>
            <a:r>
              <a:rPr lang="en-US" sz="3600" b="1" dirty="0" err="1">
                <a:solidFill>
                  <a:schemeClr val="accent1"/>
                </a:solidFill>
                <a:latin typeface="Arial Narrow" panose="020B0606020202030204" pitchFamily="34" charset="0"/>
              </a:rPr>
              <a:t>Nội</a:t>
            </a:r>
            <a:r>
              <a:rPr lang="en-US" sz="3600" b="1" dirty="0">
                <a:solidFill>
                  <a:schemeClr val="accent1"/>
                </a:solidFill>
                <a:latin typeface="Arial Narrow" panose="020B0606020202030204" pitchFamily="34" charset="0"/>
              </a:rPr>
              <a:t> dung</a:t>
            </a:r>
          </a:p>
        </p:txBody>
      </p:sp>
      <p:graphicFrame>
        <p:nvGraphicFramePr>
          <p:cNvPr id="9" name="Diagram 8">
            <a:extLst>
              <a:ext uri="{FF2B5EF4-FFF2-40B4-BE49-F238E27FC236}">
                <a16:creationId xmlns:a16="http://schemas.microsoft.com/office/drawing/2014/main" id="{D2287C23-0122-0C7C-09EA-70FF539CA729}"/>
              </a:ext>
            </a:extLst>
          </p:cNvPr>
          <p:cNvGraphicFramePr/>
          <p:nvPr>
            <p:extLst>
              <p:ext uri="{D42A27DB-BD31-4B8C-83A1-F6EECF244321}">
                <p14:modId xmlns:p14="http://schemas.microsoft.com/office/powerpoint/2010/main" val="1676329637"/>
              </p:ext>
            </p:extLst>
          </p:nvPr>
        </p:nvGraphicFramePr>
        <p:xfrm>
          <a:off x="2690948" y="2045110"/>
          <a:ext cx="7131478" cy="407055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086225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2173D-F735-35E6-74A8-0193F6F7B00F}"/>
            </a:ext>
          </a:extLst>
        </p:cNvPr>
        <p:cNvGrpSpPr/>
        <p:nvPr/>
      </p:nvGrpSpPr>
      <p:grpSpPr>
        <a:xfrm>
          <a:off x="0" y="0"/>
          <a:ext cx="0" cy="0"/>
          <a:chOff x="0" y="0"/>
          <a:chExt cx="0" cy="0"/>
        </a:xfrm>
      </p:grpSpPr>
      <p:graphicFrame>
        <p:nvGraphicFramePr>
          <p:cNvPr id="22" name="Table 21">
            <a:extLst>
              <a:ext uri="{FF2B5EF4-FFF2-40B4-BE49-F238E27FC236}">
                <a16:creationId xmlns:a16="http://schemas.microsoft.com/office/drawing/2014/main" id="{64CF8731-1B0B-C902-631B-8D2D1B7D17FA}"/>
              </a:ext>
            </a:extLst>
          </p:cNvPr>
          <p:cNvGraphicFramePr>
            <a:graphicFrameLocks noGrp="1"/>
          </p:cNvGraphicFramePr>
          <p:nvPr>
            <p:extLst>
              <p:ext uri="{D42A27DB-BD31-4B8C-83A1-F6EECF244321}">
                <p14:modId xmlns:p14="http://schemas.microsoft.com/office/powerpoint/2010/main" val="2158198649"/>
              </p:ext>
            </p:extLst>
          </p:nvPr>
        </p:nvGraphicFramePr>
        <p:xfrm>
          <a:off x="5689456" y="2495660"/>
          <a:ext cx="6091717" cy="933340"/>
        </p:xfrm>
        <a:graphic>
          <a:graphicData uri="http://schemas.openxmlformats.org/drawingml/2006/table">
            <a:tbl>
              <a:tblPr firstRow="1" bandRow="1">
                <a:tableStyleId>{5C22544A-7EE6-4342-B048-85BDC9FD1C3A}</a:tableStyleId>
              </a:tblPr>
              <a:tblGrid>
                <a:gridCol w="6091717">
                  <a:extLst>
                    <a:ext uri="{9D8B030D-6E8A-4147-A177-3AD203B41FA5}">
                      <a16:colId xmlns:a16="http://schemas.microsoft.com/office/drawing/2014/main" val="647575799"/>
                    </a:ext>
                  </a:extLst>
                </a:gridCol>
              </a:tblGrid>
              <a:tr h="933340">
                <a:tc>
                  <a:txBody>
                    <a:bodyPr/>
                    <a:lstStyle/>
                    <a:p>
                      <a:r>
                        <a:rPr kumimoji="1" lang="en-US" sz="1800" b="0" i="0" kern="1200" dirty="0">
                          <a:solidFill>
                            <a:schemeClr val="tx1"/>
                          </a:solidFill>
                          <a:effectLst/>
                          <a:latin typeface="+mn-lt"/>
                          <a:ea typeface="+mn-ea"/>
                          <a:cs typeface="+mn-cs"/>
                        </a:rPr>
                        <a:t>Language used: C / </a:t>
                      </a:r>
                      <a:r>
                        <a:rPr lang="en-US" sz="1800" b="0" i="0" dirty="0" err="1">
                          <a:solidFill>
                            <a:schemeClr val="accent1"/>
                          </a:solidFill>
                        </a:rPr>
                        <a:t>Ngôn</a:t>
                      </a:r>
                      <a:r>
                        <a:rPr lang="en-US" sz="1800" b="0" i="0" dirty="0">
                          <a:solidFill>
                            <a:schemeClr val="accent1"/>
                          </a:solidFill>
                        </a:rPr>
                        <a:t> </a:t>
                      </a:r>
                      <a:r>
                        <a:rPr lang="en-US" sz="1800" b="0" i="0" dirty="0" err="1">
                          <a:solidFill>
                            <a:schemeClr val="accent1"/>
                          </a:solidFill>
                        </a:rPr>
                        <a:t>ngữ</a:t>
                      </a:r>
                      <a:r>
                        <a:rPr lang="en-US" sz="1800" b="0" i="0" dirty="0">
                          <a:solidFill>
                            <a:schemeClr val="accent1"/>
                          </a:solidFill>
                        </a:rPr>
                        <a:t> </a:t>
                      </a:r>
                      <a:r>
                        <a:rPr lang="en-US" sz="1800" b="0" i="0" dirty="0" err="1">
                          <a:solidFill>
                            <a:schemeClr val="accent1"/>
                          </a:solidFill>
                        </a:rPr>
                        <a:t>sử</a:t>
                      </a:r>
                      <a:r>
                        <a:rPr lang="en-US" sz="1800" b="0" i="0" dirty="0">
                          <a:solidFill>
                            <a:schemeClr val="accent1"/>
                          </a:solidFill>
                        </a:rPr>
                        <a:t> </a:t>
                      </a:r>
                      <a:r>
                        <a:rPr lang="en-US" sz="1800" b="0" i="0" dirty="0" err="1">
                          <a:solidFill>
                            <a:schemeClr val="accent1"/>
                          </a:solidFill>
                        </a:rPr>
                        <a:t>dụng</a:t>
                      </a:r>
                      <a:r>
                        <a:rPr lang="en-US" sz="1800" b="0" i="0" dirty="0">
                          <a:solidFill>
                            <a:schemeClr val="accent1"/>
                          </a:solidFill>
                        </a:rPr>
                        <a:t>: C</a:t>
                      </a:r>
                    </a:p>
                    <a:p>
                      <a:r>
                        <a:rPr kumimoji="1" lang="en-US" sz="1800" b="0" i="0" kern="1200" dirty="0">
                          <a:solidFill>
                            <a:schemeClr val="tx1"/>
                          </a:solidFill>
                          <a:effectLst/>
                          <a:latin typeface="+mn-lt"/>
                          <a:ea typeface="+mn-ea"/>
                          <a:cs typeface="+mn-cs"/>
                        </a:rPr>
                        <a:t>Compiler: C Compiler / </a:t>
                      </a:r>
                      <a:r>
                        <a:rPr kumimoji="1" lang="en-US" sz="1800" b="0" i="0" kern="1200" dirty="0" err="1">
                          <a:solidFill>
                            <a:schemeClr val="accent1"/>
                          </a:solidFill>
                          <a:effectLst/>
                          <a:latin typeface="+mn-lt"/>
                          <a:ea typeface="+mn-ea"/>
                          <a:cs typeface="+mn-cs"/>
                        </a:rPr>
                        <a:t>Trình</a:t>
                      </a:r>
                      <a:r>
                        <a:rPr kumimoji="1" lang="en-US" sz="1800" b="0" i="0" kern="1200" dirty="0">
                          <a:solidFill>
                            <a:schemeClr val="accent1"/>
                          </a:solidFill>
                          <a:effectLst/>
                          <a:latin typeface="+mn-lt"/>
                          <a:ea typeface="+mn-ea"/>
                          <a:cs typeface="+mn-cs"/>
                        </a:rPr>
                        <a:t> </a:t>
                      </a:r>
                      <a:r>
                        <a:rPr kumimoji="1" lang="en-US" sz="1800" b="0" i="0" kern="1200" dirty="0" err="1">
                          <a:solidFill>
                            <a:schemeClr val="accent1"/>
                          </a:solidFill>
                          <a:effectLst/>
                          <a:latin typeface="+mn-lt"/>
                          <a:ea typeface="+mn-ea"/>
                          <a:cs typeface="+mn-cs"/>
                        </a:rPr>
                        <a:t>biên</a:t>
                      </a:r>
                      <a:r>
                        <a:rPr kumimoji="1" lang="en-US" sz="1800" b="0" i="0" kern="1200" dirty="0">
                          <a:solidFill>
                            <a:schemeClr val="accent1"/>
                          </a:solidFill>
                          <a:effectLst/>
                          <a:latin typeface="+mn-lt"/>
                          <a:ea typeface="+mn-ea"/>
                          <a:cs typeface="+mn-cs"/>
                        </a:rPr>
                        <a:t> </a:t>
                      </a:r>
                      <a:r>
                        <a:rPr kumimoji="1" lang="en-US" sz="1800" b="0" i="0" kern="1200" dirty="0" err="1">
                          <a:solidFill>
                            <a:schemeClr val="accent1"/>
                          </a:solidFill>
                          <a:effectLst/>
                          <a:latin typeface="+mn-lt"/>
                          <a:ea typeface="+mn-ea"/>
                          <a:cs typeface="+mn-cs"/>
                        </a:rPr>
                        <a:t>dịch</a:t>
                      </a:r>
                      <a:r>
                        <a:rPr lang="en-US" sz="1800" b="0" i="0" dirty="0">
                          <a:solidFill>
                            <a:schemeClr val="accent1"/>
                          </a:solidFill>
                        </a:rPr>
                        <a:t>: C Compiler</a:t>
                      </a:r>
                    </a:p>
                    <a:p>
                      <a:r>
                        <a:rPr kumimoji="1" lang="en-US" sz="1800" b="0" i="0" kern="1200" dirty="0">
                          <a:solidFill>
                            <a:schemeClr val="tx1"/>
                          </a:solidFill>
                          <a:effectLst/>
                          <a:latin typeface="+mn-lt"/>
                          <a:ea typeface="+mn-ea"/>
                          <a:cs typeface="+mn-cs"/>
                        </a:rPr>
                        <a:t>Control algorithm: Lookup Table / </a:t>
                      </a:r>
                      <a:r>
                        <a:rPr lang="en-US" sz="1800" b="0" i="0" dirty="0" err="1">
                          <a:solidFill>
                            <a:schemeClr val="accent1"/>
                          </a:solidFill>
                        </a:rPr>
                        <a:t>Thuật</a:t>
                      </a:r>
                      <a:r>
                        <a:rPr lang="en-US" sz="1800" b="0" i="0" dirty="0">
                          <a:solidFill>
                            <a:schemeClr val="accent1"/>
                          </a:solidFill>
                        </a:rPr>
                        <a:t> </a:t>
                      </a:r>
                      <a:r>
                        <a:rPr lang="en-US" sz="1800" b="0" i="0" dirty="0" err="1">
                          <a:solidFill>
                            <a:schemeClr val="accent1"/>
                          </a:solidFill>
                        </a:rPr>
                        <a:t>toán</a:t>
                      </a:r>
                      <a:r>
                        <a:rPr lang="en-US" sz="1800" b="0" i="0" dirty="0">
                          <a:solidFill>
                            <a:schemeClr val="accent1"/>
                          </a:solidFill>
                        </a:rPr>
                        <a:t> </a:t>
                      </a:r>
                      <a:r>
                        <a:rPr lang="en-US" sz="1800" b="0" i="0" dirty="0" err="1">
                          <a:solidFill>
                            <a:schemeClr val="accent1"/>
                          </a:solidFill>
                        </a:rPr>
                        <a:t>điều</a:t>
                      </a:r>
                      <a:r>
                        <a:rPr lang="en-US" sz="1800" b="0" i="0" dirty="0">
                          <a:solidFill>
                            <a:schemeClr val="accent1"/>
                          </a:solidFill>
                        </a:rPr>
                        <a:t> </a:t>
                      </a:r>
                      <a:r>
                        <a:rPr lang="en-US" sz="1800" b="0" i="0" dirty="0" err="1">
                          <a:solidFill>
                            <a:schemeClr val="accent1"/>
                          </a:solidFill>
                        </a:rPr>
                        <a:t>khiển</a:t>
                      </a:r>
                      <a:r>
                        <a:rPr lang="en-US" sz="1800" b="0" i="0" dirty="0">
                          <a:solidFill>
                            <a:schemeClr val="accent1"/>
                          </a:solidFill>
                        </a:rPr>
                        <a:t>: Lookup Table</a:t>
                      </a:r>
                    </a:p>
                  </a:txBody>
                  <a:tcPr>
                    <a:solidFill>
                      <a:schemeClr val="accent3">
                        <a:lumMod val="20000"/>
                        <a:lumOff val="80000"/>
                      </a:schemeClr>
                    </a:solidFill>
                  </a:tcPr>
                </a:tc>
                <a:extLst>
                  <a:ext uri="{0D108BD9-81ED-4DB2-BD59-A6C34878D82A}">
                    <a16:rowId xmlns:a16="http://schemas.microsoft.com/office/drawing/2014/main" val="3325512391"/>
                  </a:ext>
                </a:extLst>
              </a:tr>
            </a:tbl>
          </a:graphicData>
        </a:graphic>
      </p:graphicFrame>
      <p:pic>
        <p:nvPicPr>
          <p:cNvPr id="31" name="Picture 30">
            <a:extLst>
              <a:ext uri="{FF2B5EF4-FFF2-40B4-BE49-F238E27FC236}">
                <a16:creationId xmlns:a16="http://schemas.microsoft.com/office/drawing/2014/main" id="{625113F2-B1FE-5B67-95D0-77F2C4E9295E}"/>
              </a:ext>
            </a:extLst>
          </p:cNvPr>
          <p:cNvPicPr>
            <a:picLocks noChangeAspect="1"/>
          </p:cNvPicPr>
          <p:nvPr/>
        </p:nvPicPr>
        <p:blipFill>
          <a:blip r:embed="rId3">
            <a:extLst>
              <a:ext uri="{28A0092B-C50C-407E-A947-70E740481C1C}">
                <a14:useLocalDpi xmlns:a14="http://schemas.microsoft.com/office/drawing/2010/main" val="0"/>
              </a:ext>
            </a:extLst>
          </a:blip>
          <a:srcRect r="35985"/>
          <a:stretch>
            <a:fillRect/>
          </a:stretch>
        </p:blipFill>
        <p:spPr>
          <a:xfrm>
            <a:off x="1107095" y="1337912"/>
            <a:ext cx="4582361" cy="4813697"/>
          </a:xfrm>
          <a:prstGeom prst="rect">
            <a:avLst/>
          </a:prstGeom>
        </p:spPr>
      </p:pic>
      <p:graphicFrame>
        <p:nvGraphicFramePr>
          <p:cNvPr id="32" name="Diagram 31">
            <a:extLst>
              <a:ext uri="{FF2B5EF4-FFF2-40B4-BE49-F238E27FC236}">
                <a16:creationId xmlns:a16="http://schemas.microsoft.com/office/drawing/2014/main" id="{6F60A764-C612-7897-FEEF-BE3622543E76}"/>
              </a:ext>
            </a:extLst>
          </p:cNvPr>
          <p:cNvGraphicFramePr/>
          <p:nvPr>
            <p:extLst>
              <p:ext uri="{D42A27DB-BD31-4B8C-83A1-F6EECF244321}">
                <p14:modId xmlns:p14="http://schemas.microsoft.com/office/powerpoint/2010/main" val="1706981882"/>
              </p:ext>
            </p:extLst>
          </p:nvPr>
        </p:nvGraphicFramePr>
        <p:xfrm>
          <a:off x="609599" y="297390"/>
          <a:ext cx="5486400" cy="105653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37" name="Diagram 36">
            <a:extLst>
              <a:ext uri="{FF2B5EF4-FFF2-40B4-BE49-F238E27FC236}">
                <a16:creationId xmlns:a16="http://schemas.microsoft.com/office/drawing/2014/main" id="{589DF4AB-31A7-74DC-DEAC-07361F95DE88}"/>
              </a:ext>
            </a:extLst>
          </p:cNvPr>
          <p:cNvGraphicFramePr/>
          <p:nvPr>
            <p:extLst>
              <p:ext uri="{D42A27DB-BD31-4B8C-83A1-F6EECF244321}">
                <p14:modId xmlns:p14="http://schemas.microsoft.com/office/powerpoint/2010/main" val="3696744582"/>
              </p:ext>
            </p:extLst>
          </p:nvPr>
        </p:nvGraphicFramePr>
        <p:xfrm>
          <a:off x="609599" y="159577"/>
          <a:ext cx="3039615" cy="997700"/>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extLst>
      <p:ext uri="{BB962C8B-B14F-4D97-AF65-F5344CB8AC3E}">
        <p14:creationId xmlns:p14="http://schemas.microsoft.com/office/powerpoint/2010/main" val="26520967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3E6C6-8092-1FA2-01AD-583ABE6647E7}"/>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D6064394-0478-9695-E09A-D02EBEC0B6AB}"/>
              </a:ext>
            </a:extLst>
          </p:cNvPr>
          <p:cNvGrpSpPr/>
          <p:nvPr/>
        </p:nvGrpSpPr>
        <p:grpSpPr>
          <a:xfrm>
            <a:off x="662948" y="1347536"/>
            <a:ext cx="10866103" cy="4926852"/>
            <a:chOff x="365760" y="1726131"/>
            <a:chExt cx="11826240" cy="3864864"/>
          </a:xfrm>
        </p:grpSpPr>
        <p:sp>
          <p:nvSpPr>
            <p:cNvPr id="3" name="Shape 3">
              <a:extLst>
                <a:ext uri="{FF2B5EF4-FFF2-40B4-BE49-F238E27FC236}">
                  <a16:creationId xmlns:a16="http://schemas.microsoft.com/office/drawing/2014/main" id="{FB3B8214-A943-49AA-D23D-39B1F76DCB2F}"/>
                </a:ext>
              </a:extLst>
            </p:cNvPr>
            <p:cNvSpPr/>
            <p:nvPr/>
          </p:nvSpPr>
          <p:spPr>
            <a:xfrm>
              <a:off x="365760" y="1726131"/>
              <a:ext cx="5486400" cy="548640"/>
            </a:xfrm>
            <a:prstGeom prst="rect">
              <a:avLst/>
            </a:prstGeom>
            <a:solidFill>
              <a:srgbClr val="1E5FA8"/>
            </a:solidFill>
            <a:ln w="12700">
              <a:solidFill>
                <a:srgbClr val="1E5FA8"/>
              </a:solidFill>
              <a:prstDash val="solid"/>
            </a:ln>
          </p:spPr>
          <p:txBody>
            <a:bodyPr/>
            <a:lstStyle/>
            <a:p>
              <a:endParaRPr lang="en-US">
                <a:latin typeface="Arial Narrow" panose="020B0606020202030204" pitchFamily="34" charset="0"/>
              </a:endParaRPr>
            </a:p>
          </p:txBody>
        </p:sp>
        <p:grpSp>
          <p:nvGrpSpPr>
            <p:cNvPr id="2" name="Group 1">
              <a:extLst>
                <a:ext uri="{FF2B5EF4-FFF2-40B4-BE49-F238E27FC236}">
                  <a16:creationId xmlns:a16="http://schemas.microsoft.com/office/drawing/2014/main" id="{F7B7D88C-2BAF-4F8C-15C0-496E5C0C0F70}"/>
                </a:ext>
              </a:extLst>
            </p:cNvPr>
            <p:cNvGrpSpPr/>
            <p:nvPr/>
          </p:nvGrpSpPr>
          <p:grpSpPr>
            <a:xfrm>
              <a:off x="365760" y="1726131"/>
              <a:ext cx="11826240" cy="3864864"/>
              <a:chOff x="365760" y="1726131"/>
              <a:chExt cx="11826240" cy="3864864"/>
            </a:xfrm>
          </p:grpSpPr>
          <p:sp>
            <p:nvSpPr>
              <p:cNvPr id="4" name="Text 4">
                <a:extLst>
                  <a:ext uri="{FF2B5EF4-FFF2-40B4-BE49-F238E27FC236}">
                    <a16:creationId xmlns:a16="http://schemas.microsoft.com/office/drawing/2014/main" id="{B8909CBD-65B5-8309-CAAA-1C4E07622B04}"/>
                  </a:ext>
                </a:extLst>
              </p:cNvPr>
              <p:cNvSpPr/>
              <p:nvPr/>
            </p:nvSpPr>
            <p:spPr>
              <a:xfrm>
                <a:off x="365760" y="1726131"/>
                <a:ext cx="5486400" cy="548640"/>
              </a:xfrm>
              <a:prstGeom prst="rect">
                <a:avLst/>
              </a:prstGeom>
              <a:noFill/>
              <a:ln/>
            </p:spPr>
            <p:txBody>
              <a:bodyPr wrap="square" lIns="0" tIns="0" rIns="0" bIns="0" rtlCol="0" anchor="ctr"/>
              <a:lstStyle/>
              <a:p>
                <a:pPr algn="ctr"/>
                <a:r>
                  <a:rPr lang="en-US" dirty="0">
                    <a:solidFill>
                      <a:srgbClr val="FFFFFF"/>
                    </a:solidFill>
                    <a:latin typeface="Arial Narrow" panose="020B0606020202030204" pitchFamily="34" charset="0"/>
                  </a:rPr>
                  <a:t> Line Following  |  </a:t>
                </a:r>
                <a:r>
                  <a:rPr lang="en-US" dirty="0" err="1">
                    <a:solidFill>
                      <a:srgbClr val="FFFFFF"/>
                    </a:solidFill>
                    <a:latin typeface="Arial Narrow" panose="020B0606020202030204" pitchFamily="34" charset="0"/>
                  </a:rPr>
                  <a:t>Bám</a:t>
                </a:r>
                <a:r>
                  <a:rPr lang="en-US" dirty="0">
                    <a:solidFill>
                      <a:srgbClr val="FFFFFF"/>
                    </a:solidFill>
                    <a:latin typeface="Arial Narrow" panose="020B0606020202030204" pitchFamily="34" charset="0"/>
                  </a:rPr>
                  <a:t> </a:t>
                </a:r>
                <a:r>
                  <a:rPr lang="en-US" dirty="0" err="1">
                    <a:solidFill>
                      <a:srgbClr val="FFFFFF"/>
                    </a:solidFill>
                    <a:latin typeface="Arial Narrow" panose="020B0606020202030204" pitchFamily="34" charset="0"/>
                  </a:rPr>
                  <a:t>đường</a:t>
                </a:r>
                <a:endParaRPr lang="en-US" dirty="0">
                  <a:latin typeface="Arial Narrow" panose="020B0606020202030204" pitchFamily="34" charset="0"/>
                </a:endParaRPr>
              </a:p>
            </p:txBody>
          </p:sp>
          <p:sp>
            <p:nvSpPr>
              <p:cNvPr id="6" name="Shape 5">
                <a:extLst>
                  <a:ext uri="{FF2B5EF4-FFF2-40B4-BE49-F238E27FC236}">
                    <a16:creationId xmlns:a16="http://schemas.microsoft.com/office/drawing/2014/main" id="{3F41397C-A9D8-1CF6-2011-D8DD5DAC0F04}"/>
                  </a:ext>
                </a:extLst>
              </p:cNvPr>
              <p:cNvSpPr/>
              <p:nvPr/>
            </p:nvSpPr>
            <p:spPr>
              <a:xfrm>
                <a:off x="365760" y="2372307"/>
                <a:ext cx="5486400" cy="585216"/>
              </a:xfrm>
              <a:prstGeom prst="rect">
                <a:avLst/>
              </a:prstGeom>
              <a:solidFill>
                <a:srgbClr val="EEF4FF"/>
              </a:solidFill>
              <a:ln w="12700">
                <a:solidFill>
                  <a:srgbClr val="CCDDEE"/>
                </a:solidFill>
                <a:prstDash val="solid"/>
              </a:ln>
            </p:spPr>
            <p:txBody>
              <a:bodyPr/>
              <a:lstStyle/>
              <a:p>
                <a:endParaRPr lang="en-US">
                  <a:latin typeface="Arial Narrow" panose="020B0606020202030204" pitchFamily="34" charset="0"/>
                </a:endParaRPr>
              </a:p>
            </p:txBody>
          </p:sp>
          <p:sp>
            <p:nvSpPr>
              <p:cNvPr id="7" name="Text 6">
                <a:extLst>
                  <a:ext uri="{FF2B5EF4-FFF2-40B4-BE49-F238E27FC236}">
                    <a16:creationId xmlns:a16="http://schemas.microsoft.com/office/drawing/2014/main" id="{53977649-A2DE-16B5-0CA1-A64452FEDBEC}"/>
                  </a:ext>
                </a:extLst>
              </p:cNvPr>
              <p:cNvSpPr/>
              <p:nvPr/>
            </p:nvSpPr>
            <p:spPr>
              <a:xfrm>
                <a:off x="548640" y="2396691"/>
                <a:ext cx="5120640" cy="536448"/>
              </a:xfrm>
              <a:prstGeom prst="rect">
                <a:avLst/>
              </a:prstGeom>
              <a:noFill/>
              <a:ln/>
            </p:spPr>
            <p:txBody>
              <a:bodyPr wrap="square" lIns="33867" tIns="33867" rIns="33867" bIns="33867" rtlCol="0" anchor="ctr"/>
              <a:lstStyle/>
              <a:p>
                <a:r>
                  <a:rPr lang="en-US" dirty="0">
                    <a:latin typeface="Arial Narrow" panose="020B0606020202030204" pitchFamily="34" charset="0"/>
                  </a:rPr>
                  <a:t>Read 3 IR sensors (SL / SM / SR)</a:t>
                </a:r>
                <a:r>
                  <a:rPr lang="en-US" dirty="0">
                    <a:solidFill>
                      <a:srgbClr val="1E5FA8"/>
                    </a:solidFill>
                    <a:latin typeface="Arial Narrow" panose="020B0606020202030204" pitchFamily="34" charset="0"/>
                  </a:rPr>
                  <a:t>
</a:t>
                </a:r>
                <a:r>
                  <a:rPr lang="en-US" sz="1600" dirty="0">
                    <a:solidFill>
                      <a:schemeClr val="accent1"/>
                    </a:solidFill>
                    <a:latin typeface="Arial Narrow" panose="020B0606020202030204" pitchFamily="34" charset="0"/>
                  </a:rPr>
                  <a:t>Đọc 3 cảm biến IR – RA0 / RA1 / RA2</a:t>
                </a:r>
                <a:endParaRPr lang="en-US" dirty="0">
                  <a:solidFill>
                    <a:schemeClr val="accent1"/>
                  </a:solidFill>
                  <a:latin typeface="Arial Narrow" panose="020B0606020202030204" pitchFamily="34" charset="0"/>
                </a:endParaRPr>
              </a:p>
            </p:txBody>
          </p:sp>
          <p:sp>
            <p:nvSpPr>
              <p:cNvPr id="8" name="Shape 7">
                <a:extLst>
                  <a:ext uri="{FF2B5EF4-FFF2-40B4-BE49-F238E27FC236}">
                    <a16:creationId xmlns:a16="http://schemas.microsoft.com/office/drawing/2014/main" id="{D74A95E1-0299-7620-287D-BBCFE7CAAB96}"/>
                  </a:ext>
                </a:extLst>
              </p:cNvPr>
              <p:cNvSpPr/>
              <p:nvPr/>
            </p:nvSpPr>
            <p:spPr>
              <a:xfrm>
                <a:off x="365760" y="3030675"/>
                <a:ext cx="5486400" cy="585216"/>
              </a:xfrm>
              <a:prstGeom prst="rect">
                <a:avLst/>
              </a:prstGeom>
              <a:solidFill>
                <a:srgbClr val="FFFFFF"/>
              </a:solidFill>
              <a:ln w="12700">
                <a:solidFill>
                  <a:srgbClr val="CCDDEE"/>
                </a:solidFill>
                <a:prstDash val="solid"/>
              </a:ln>
            </p:spPr>
            <p:txBody>
              <a:bodyPr/>
              <a:lstStyle/>
              <a:p>
                <a:endParaRPr lang="en-US">
                  <a:latin typeface="Arial Narrow" panose="020B0606020202030204" pitchFamily="34" charset="0"/>
                </a:endParaRPr>
              </a:p>
            </p:txBody>
          </p:sp>
          <p:sp>
            <p:nvSpPr>
              <p:cNvPr id="9" name="Text 8">
                <a:extLst>
                  <a:ext uri="{FF2B5EF4-FFF2-40B4-BE49-F238E27FC236}">
                    <a16:creationId xmlns:a16="http://schemas.microsoft.com/office/drawing/2014/main" id="{A334D2F1-3381-49A1-34A1-673792B02D65}"/>
                  </a:ext>
                </a:extLst>
              </p:cNvPr>
              <p:cNvSpPr/>
              <p:nvPr/>
            </p:nvSpPr>
            <p:spPr>
              <a:xfrm>
                <a:off x="548640" y="3055059"/>
                <a:ext cx="5120640" cy="536448"/>
              </a:xfrm>
              <a:prstGeom prst="rect">
                <a:avLst/>
              </a:prstGeom>
              <a:noFill/>
              <a:ln/>
            </p:spPr>
            <p:txBody>
              <a:bodyPr wrap="square" lIns="33867" tIns="33867" rIns="33867" bIns="33867" rtlCol="0" anchor="ctr"/>
              <a:lstStyle/>
              <a:p>
                <a:r>
                  <a:rPr lang="en-US" dirty="0">
                    <a:latin typeface="Arial Narrow" panose="020B0606020202030204" pitchFamily="34" charset="0"/>
                  </a:rPr>
                  <a:t>Build 3-bit pattern (0–7) → Lookup Table</a:t>
                </a:r>
                <a:r>
                  <a:rPr lang="en-US" dirty="0">
                    <a:solidFill>
                      <a:srgbClr val="1E5FA8"/>
                    </a:solidFill>
                    <a:latin typeface="Arial Narrow" panose="020B0606020202030204" pitchFamily="34" charset="0"/>
                  </a:rPr>
                  <a:t>
</a:t>
                </a:r>
                <a:r>
                  <a:rPr lang="en-US" sz="1600" dirty="0">
                    <a:solidFill>
                      <a:schemeClr val="accent1"/>
                    </a:solidFill>
                    <a:latin typeface="Arial Narrow" panose="020B0606020202030204" pitchFamily="34" charset="0"/>
                  </a:rPr>
                  <a:t>Tổng hợp pattern 3-bit → tra bảng motor</a:t>
                </a:r>
                <a:endParaRPr lang="en-US" dirty="0">
                  <a:solidFill>
                    <a:schemeClr val="accent1"/>
                  </a:solidFill>
                  <a:latin typeface="Arial Narrow" panose="020B0606020202030204" pitchFamily="34" charset="0"/>
                </a:endParaRPr>
              </a:p>
            </p:txBody>
          </p:sp>
          <p:sp>
            <p:nvSpPr>
              <p:cNvPr id="10" name="Shape 9">
                <a:extLst>
                  <a:ext uri="{FF2B5EF4-FFF2-40B4-BE49-F238E27FC236}">
                    <a16:creationId xmlns:a16="http://schemas.microsoft.com/office/drawing/2014/main" id="{A0424578-F6CA-AE94-17B5-DF0E56708F40}"/>
                  </a:ext>
                </a:extLst>
              </p:cNvPr>
              <p:cNvSpPr/>
              <p:nvPr/>
            </p:nvSpPr>
            <p:spPr>
              <a:xfrm>
                <a:off x="365760" y="3689043"/>
                <a:ext cx="5486400" cy="585216"/>
              </a:xfrm>
              <a:prstGeom prst="rect">
                <a:avLst/>
              </a:prstGeom>
              <a:solidFill>
                <a:srgbClr val="EEF4FF"/>
              </a:solidFill>
              <a:ln w="12700">
                <a:solidFill>
                  <a:srgbClr val="CCDDEE"/>
                </a:solidFill>
                <a:prstDash val="solid"/>
              </a:ln>
            </p:spPr>
            <p:txBody>
              <a:bodyPr/>
              <a:lstStyle/>
              <a:p>
                <a:endParaRPr lang="en-US">
                  <a:latin typeface="Arial Narrow" panose="020B0606020202030204" pitchFamily="34" charset="0"/>
                </a:endParaRPr>
              </a:p>
            </p:txBody>
          </p:sp>
          <p:sp>
            <p:nvSpPr>
              <p:cNvPr id="11" name="Text 10">
                <a:extLst>
                  <a:ext uri="{FF2B5EF4-FFF2-40B4-BE49-F238E27FC236}">
                    <a16:creationId xmlns:a16="http://schemas.microsoft.com/office/drawing/2014/main" id="{3C133058-0016-1428-88C1-8DD86302D241}"/>
                  </a:ext>
                </a:extLst>
              </p:cNvPr>
              <p:cNvSpPr/>
              <p:nvPr/>
            </p:nvSpPr>
            <p:spPr>
              <a:xfrm>
                <a:off x="548640" y="3713427"/>
                <a:ext cx="5120640" cy="536448"/>
              </a:xfrm>
              <a:prstGeom prst="rect">
                <a:avLst/>
              </a:prstGeom>
              <a:noFill/>
              <a:ln/>
            </p:spPr>
            <p:txBody>
              <a:bodyPr wrap="square" lIns="33867" tIns="33867" rIns="33867" bIns="33867" rtlCol="0" anchor="ctr"/>
              <a:lstStyle/>
              <a:p>
                <a:r>
                  <a:rPr lang="en-US" dirty="0">
                    <a:latin typeface="Arial Narrow" panose="020B0606020202030204" pitchFamily="34" charset="0"/>
                  </a:rPr>
                  <a:t>Generate PWM via CCP1 &amp; CCP2 @ 20kHz</a:t>
                </a:r>
                <a:r>
                  <a:rPr lang="en-US" dirty="0">
                    <a:solidFill>
                      <a:srgbClr val="1E5FA8"/>
                    </a:solidFill>
                    <a:latin typeface="Arial Narrow" panose="020B0606020202030204" pitchFamily="34" charset="0"/>
                  </a:rPr>
                  <a:t>
</a:t>
                </a:r>
                <a:r>
                  <a:rPr lang="en-US" sz="1600" dirty="0">
                    <a:solidFill>
                      <a:srgbClr val="7030A0"/>
                    </a:solidFill>
                    <a:latin typeface="Arial Narrow" panose="020B0606020202030204" pitchFamily="34" charset="0"/>
                  </a:rPr>
                  <a:t>Tạo xung PWM qua CCP1/CCP2 – 20kHz</a:t>
                </a:r>
                <a:endParaRPr lang="en-US" dirty="0">
                  <a:latin typeface="Arial Narrow" panose="020B0606020202030204" pitchFamily="34" charset="0"/>
                </a:endParaRPr>
              </a:p>
            </p:txBody>
          </p:sp>
          <p:sp>
            <p:nvSpPr>
              <p:cNvPr id="12" name="Shape 11">
                <a:extLst>
                  <a:ext uri="{FF2B5EF4-FFF2-40B4-BE49-F238E27FC236}">
                    <a16:creationId xmlns:a16="http://schemas.microsoft.com/office/drawing/2014/main" id="{DC0940F8-2F43-E863-1622-C89322258E70}"/>
                  </a:ext>
                </a:extLst>
              </p:cNvPr>
              <p:cNvSpPr/>
              <p:nvPr/>
            </p:nvSpPr>
            <p:spPr>
              <a:xfrm>
                <a:off x="365760" y="4347411"/>
                <a:ext cx="5486400" cy="585216"/>
              </a:xfrm>
              <a:prstGeom prst="rect">
                <a:avLst/>
              </a:prstGeom>
              <a:solidFill>
                <a:srgbClr val="FFFFFF"/>
              </a:solidFill>
              <a:ln w="12700">
                <a:solidFill>
                  <a:srgbClr val="CCDDEE"/>
                </a:solidFill>
                <a:prstDash val="solid"/>
              </a:ln>
            </p:spPr>
            <p:txBody>
              <a:bodyPr/>
              <a:lstStyle/>
              <a:p>
                <a:endParaRPr lang="en-US">
                  <a:latin typeface="Arial Narrow" panose="020B0606020202030204" pitchFamily="34" charset="0"/>
                </a:endParaRPr>
              </a:p>
            </p:txBody>
          </p:sp>
          <p:sp>
            <p:nvSpPr>
              <p:cNvPr id="13" name="Text 12">
                <a:extLst>
                  <a:ext uri="{FF2B5EF4-FFF2-40B4-BE49-F238E27FC236}">
                    <a16:creationId xmlns:a16="http://schemas.microsoft.com/office/drawing/2014/main" id="{BC0B2B05-5B4B-2B0D-05ED-57B69619CBC5}"/>
                  </a:ext>
                </a:extLst>
              </p:cNvPr>
              <p:cNvSpPr/>
              <p:nvPr/>
            </p:nvSpPr>
            <p:spPr>
              <a:xfrm>
                <a:off x="548640" y="4371795"/>
                <a:ext cx="5120640" cy="536448"/>
              </a:xfrm>
              <a:prstGeom prst="rect">
                <a:avLst/>
              </a:prstGeom>
              <a:noFill/>
              <a:ln/>
            </p:spPr>
            <p:txBody>
              <a:bodyPr wrap="square" lIns="33867" tIns="33867" rIns="33867" bIns="33867" rtlCol="0" anchor="ctr"/>
              <a:lstStyle/>
              <a:p>
                <a:r>
                  <a:rPr lang="en-US" dirty="0">
                    <a:latin typeface="Arial Narrow" panose="020B0606020202030204" pitchFamily="34" charset="0"/>
                  </a:rPr>
                  <a:t>TB6612 dual H-bridge motor driver</a:t>
                </a:r>
                <a:r>
                  <a:rPr lang="en-US" dirty="0">
                    <a:solidFill>
                      <a:srgbClr val="1E5FA8"/>
                    </a:solidFill>
                    <a:latin typeface="Arial Narrow" panose="020B0606020202030204" pitchFamily="34" charset="0"/>
                  </a:rPr>
                  <a:t>
</a:t>
                </a:r>
                <a:r>
                  <a:rPr lang="en-US" sz="1600" dirty="0">
                    <a:solidFill>
                      <a:srgbClr val="7030A0"/>
                    </a:solidFill>
                    <a:latin typeface="Arial Narrow" panose="020B0606020202030204" pitchFamily="34" charset="0"/>
                  </a:rPr>
                  <a:t>Driver motor TB6612 – điều khiển 2 DC motor</a:t>
                </a:r>
                <a:endParaRPr lang="en-US" dirty="0">
                  <a:latin typeface="Arial Narrow" panose="020B0606020202030204" pitchFamily="34" charset="0"/>
                </a:endParaRPr>
              </a:p>
            </p:txBody>
          </p:sp>
          <p:sp>
            <p:nvSpPr>
              <p:cNvPr id="14" name="Shape 13">
                <a:extLst>
                  <a:ext uri="{FF2B5EF4-FFF2-40B4-BE49-F238E27FC236}">
                    <a16:creationId xmlns:a16="http://schemas.microsoft.com/office/drawing/2014/main" id="{5F0BB8E5-0316-4900-425F-2F5544B046F7}"/>
                  </a:ext>
                </a:extLst>
              </p:cNvPr>
              <p:cNvSpPr/>
              <p:nvPr/>
            </p:nvSpPr>
            <p:spPr>
              <a:xfrm>
                <a:off x="365760" y="5005779"/>
                <a:ext cx="5486400" cy="585216"/>
              </a:xfrm>
              <a:prstGeom prst="rect">
                <a:avLst/>
              </a:prstGeom>
              <a:solidFill>
                <a:srgbClr val="EEF4FF"/>
              </a:solidFill>
              <a:ln w="12700">
                <a:solidFill>
                  <a:srgbClr val="CCDDEE"/>
                </a:solidFill>
                <a:prstDash val="solid"/>
              </a:ln>
            </p:spPr>
            <p:txBody>
              <a:bodyPr/>
              <a:lstStyle/>
              <a:p>
                <a:endParaRPr lang="en-US">
                  <a:latin typeface="Arial Narrow" panose="020B0606020202030204" pitchFamily="34" charset="0"/>
                </a:endParaRPr>
              </a:p>
            </p:txBody>
          </p:sp>
          <p:sp>
            <p:nvSpPr>
              <p:cNvPr id="15" name="Text 14">
                <a:extLst>
                  <a:ext uri="{FF2B5EF4-FFF2-40B4-BE49-F238E27FC236}">
                    <a16:creationId xmlns:a16="http://schemas.microsoft.com/office/drawing/2014/main" id="{A8C94F37-7A06-6239-0D14-2523F4EB9D4B}"/>
                  </a:ext>
                </a:extLst>
              </p:cNvPr>
              <p:cNvSpPr/>
              <p:nvPr/>
            </p:nvSpPr>
            <p:spPr>
              <a:xfrm>
                <a:off x="548640" y="5030163"/>
                <a:ext cx="5120640" cy="536448"/>
              </a:xfrm>
              <a:prstGeom prst="rect">
                <a:avLst/>
              </a:prstGeom>
              <a:noFill/>
              <a:ln/>
            </p:spPr>
            <p:txBody>
              <a:bodyPr wrap="square" lIns="33867" tIns="33867" rIns="33867" bIns="33867" rtlCol="0" anchor="ctr"/>
              <a:lstStyle/>
              <a:p>
                <a:r>
                  <a:rPr lang="en-US" dirty="0">
                    <a:latin typeface="Arial Narrow" panose="020B0606020202030204" pitchFamily="34" charset="0"/>
                  </a:rPr>
                  <a:t>Chatter filter N=3 for noise rejection</a:t>
                </a:r>
                <a:r>
                  <a:rPr lang="en-US" dirty="0">
                    <a:solidFill>
                      <a:srgbClr val="1E5FA8"/>
                    </a:solidFill>
                    <a:latin typeface="Arial Narrow" panose="020B0606020202030204" pitchFamily="34" charset="0"/>
                  </a:rPr>
                  <a:t>
</a:t>
                </a:r>
                <a:r>
                  <a:rPr lang="en-US" sz="1600" dirty="0">
                    <a:solidFill>
                      <a:srgbClr val="7030A0"/>
                    </a:solidFill>
                    <a:latin typeface="Arial Narrow" panose="020B0606020202030204" pitchFamily="34" charset="0"/>
                  </a:rPr>
                  <a:t>Lọc nhiễu Chatter N=3 mẫu liên tiếp</a:t>
                </a:r>
                <a:endParaRPr lang="en-US" dirty="0">
                  <a:latin typeface="Arial Narrow" panose="020B0606020202030204" pitchFamily="34" charset="0"/>
                </a:endParaRPr>
              </a:p>
            </p:txBody>
          </p:sp>
          <p:sp>
            <p:nvSpPr>
              <p:cNvPr id="16" name="Shape 15">
                <a:extLst>
                  <a:ext uri="{FF2B5EF4-FFF2-40B4-BE49-F238E27FC236}">
                    <a16:creationId xmlns:a16="http://schemas.microsoft.com/office/drawing/2014/main" id="{5B91C3BC-475F-228F-D51E-FF55D0F236B0}"/>
                  </a:ext>
                </a:extLst>
              </p:cNvPr>
              <p:cNvSpPr/>
              <p:nvPr/>
            </p:nvSpPr>
            <p:spPr>
              <a:xfrm>
                <a:off x="6217920" y="1726131"/>
                <a:ext cx="5974080" cy="548640"/>
              </a:xfrm>
              <a:prstGeom prst="rect">
                <a:avLst/>
              </a:prstGeom>
              <a:solidFill>
                <a:srgbClr val="0097A7"/>
              </a:solidFill>
              <a:ln w="12700">
                <a:solidFill>
                  <a:srgbClr val="0097A7"/>
                </a:solidFill>
                <a:prstDash val="solid"/>
              </a:ln>
            </p:spPr>
            <p:txBody>
              <a:bodyPr/>
              <a:lstStyle/>
              <a:p>
                <a:endParaRPr lang="en-US">
                  <a:latin typeface="Arial Narrow" panose="020B0606020202030204" pitchFamily="34" charset="0"/>
                </a:endParaRPr>
              </a:p>
            </p:txBody>
          </p:sp>
          <p:sp>
            <p:nvSpPr>
              <p:cNvPr id="17" name="Text 16">
                <a:extLst>
                  <a:ext uri="{FF2B5EF4-FFF2-40B4-BE49-F238E27FC236}">
                    <a16:creationId xmlns:a16="http://schemas.microsoft.com/office/drawing/2014/main" id="{D099C9E0-2D64-A13F-4B60-3208663F3153}"/>
                  </a:ext>
                </a:extLst>
              </p:cNvPr>
              <p:cNvSpPr/>
              <p:nvPr/>
            </p:nvSpPr>
            <p:spPr>
              <a:xfrm>
                <a:off x="6217920" y="1726131"/>
                <a:ext cx="5608320" cy="548640"/>
              </a:xfrm>
              <a:prstGeom prst="rect">
                <a:avLst/>
              </a:prstGeom>
              <a:noFill/>
              <a:ln/>
            </p:spPr>
            <p:txBody>
              <a:bodyPr wrap="square" lIns="0" tIns="0" rIns="0" bIns="0" rtlCol="0" anchor="ctr"/>
              <a:lstStyle/>
              <a:p>
                <a:pPr algn="ctr"/>
                <a:r>
                  <a:rPr lang="en-US" dirty="0">
                    <a:solidFill>
                      <a:srgbClr val="FFFFFF"/>
                    </a:solidFill>
                    <a:latin typeface="Arial Narrow" panose="020B0606020202030204" pitchFamily="34" charset="0"/>
                  </a:rPr>
                  <a:t>  Station &amp; LED Flash  |  Trạm + LED</a:t>
                </a:r>
                <a:endParaRPr lang="en-US" dirty="0">
                  <a:latin typeface="Arial Narrow" panose="020B0606020202030204" pitchFamily="34" charset="0"/>
                </a:endParaRPr>
              </a:p>
            </p:txBody>
          </p:sp>
          <p:sp>
            <p:nvSpPr>
              <p:cNvPr id="18" name="Shape 17">
                <a:extLst>
                  <a:ext uri="{FF2B5EF4-FFF2-40B4-BE49-F238E27FC236}">
                    <a16:creationId xmlns:a16="http://schemas.microsoft.com/office/drawing/2014/main" id="{01C44B5E-F714-A485-E5FD-634A956FC789}"/>
                  </a:ext>
                </a:extLst>
              </p:cNvPr>
              <p:cNvSpPr/>
              <p:nvPr/>
            </p:nvSpPr>
            <p:spPr>
              <a:xfrm>
                <a:off x="6217920" y="2372307"/>
                <a:ext cx="5974080" cy="585216"/>
              </a:xfrm>
              <a:prstGeom prst="rect">
                <a:avLst/>
              </a:prstGeom>
              <a:solidFill>
                <a:srgbClr val="E6F7F7"/>
              </a:solidFill>
              <a:ln w="12700">
                <a:solidFill>
                  <a:srgbClr val="BBDDDD"/>
                </a:solidFill>
                <a:prstDash val="solid"/>
              </a:ln>
            </p:spPr>
            <p:txBody>
              <a:bodyPr/>
              <a:lstStyle/>
              <a:p>
                <a:endParaRPr lang="en-US" dirty="0">
                  <a:latin typeface="Arial Narrow" panose="020B0606020202030204" pitchFamily="34" charset="0"/>
                </a:endParaRPr>
              </a:p>
            </p:txBody>
          </p:sp>
          <p:sp>
            <p:nvSpPr>
              <p:cNvPr id="19" name="Text 18">
                <a:extLst>
                  <a:ext uri="{FF2B5EF4-FFF2-40B4-BE49-F238E27FC236}">
                    <a16:creationId xmlns:a16="http://schemas.microsoft.com/office/drawing/2014/main" id="{E1D6B86B-CA26-F1E0-9C13-FB9B0234D7F9}"/>
                  </a:ext>
                </a:extLst>
              </p:cNvPr>
              <p:cNvSpPr/>
              <p:nvPr/>
            </p:nvSpPr>
            <p:spPr>
              <a:xfrm>
                <a:off x="6400800" y="2396691"/>
                <a:ext cx="5791200" cy="536448"/>
              </a:xfrm>
              <a:prstGeom prst="rect">
                <a:avLst/>
              </a:prstGeom>
              <a:noFill/>
              <a:ln/>
            </p:spPr>
            <p:txBody>
              <a:bodyPr wrap="square" lIns="33867" tIns="33867" rIns="33867" bIns="33867" rtlCol="0" anchor="ctr"/>
              <a:lstStyle/>
              <a:p>
                <a:r>
                  <a:rPr lang="en-US" dirty="0">
                    <a:latin typeface="Arial Narrow" panose="020B0606020202030204" pitchFamily="34" charset="0"/>
                  </a:rPr>
                  <a:t>HC-SR04 Ultrasound: measuring distance to Station and END</a:t>
                </a:r>
                <a:r>
                  <a:rPr lang="en-US" dirty="0">
                    <a:solidFill>
                      <a:srgbClr val="0097A7"/>
                    </a:solidFill>
                    <a:latin typeface="Arial Narrow" panose="020B0606020202030204" pitchFamily="34" charset="0"/>
                  </a:rPr>
                  <a:t>
</a:t>
                </a:r>
                <a:r>
                  <a:rPr lang="en-US" sz="1600" dirty="0" err="1">
                    <a:solidFill>
                      <a:srgbClr val="7030A0"/>
                    </a:solidFill>
                    <a:latin typeface="Arial Narrow" panose="020B0606020202030204" pitchFamily="34" charset="0"/>
                  </a:rPr>
                  <a:t>Siêu</a:t>
                </a:r>
                <a:r>
                  <a:rPr lang="en-US" sz="1600" dirty="0">
                    <a:solidFill>
                      <a:srgbClr val="7030A0"/>
                    </a:solidFill>
                    <a:latin typeface="Arial Narrow" panose="020B0606020202030204" pitchFamily="34" charset="0"/>
                  </a:rPr>
                  <a:t> </a:t>
                </a:r>
                <a:r>
                  <a:rPr lang="en-US" sz="1600" dirty="0" err="1">
                    <a:solidFill>
                      <a:srgbClr val="7030A0"/>
                    </a:solidFill>
                    <a:latin typeface="Arial Narrow" panose="020B0606020202030204" pitchFamily="34" charset="0"/>
                  </a:rPr>
                  <a:t>âm</a:t>
                </a:r>
                <a:r>
                  <a:rPr lang="en-US" sz="1600" dirty="0">
                    <a:solidFill>
                      <a:srgbClr val="7030A0"/>
                    </a:solidFill>
                    <a:latin typeface="Arial Narrow" panose="020B0606020202030204" pitchFamily="34" charset="0"/>
                  </a:rPr>
                  <a:t> HC-SR04: </a:t>
                </a:r>
                <a:r>
                  <a:rPr lang="en-US" sz="1600" dirty="0" err="1">
                    <a:solidFill>
                      <a:srgbClr val="7030A0"/>
                    </a:solidFill>
                    <a:latin typeface="Arial Narrow" panose="020B0606020202030204" pitchFamily="34" charset="0"/>
                  </a:rPr>
                  <a:t>đo</a:t>
                </a:r>
                <a:r>
                  <a:rPr lang="en-US" sz="1600" dirty="0">
                    <a:solidFill>
                      <a:srgbClr val="7030A0"/>
                    </a:solidFill>
                    <a:latin typeface="Arial Narrow" panose="020B0606020202030204" pitchFamily="34" charset="0"/>
                  </a:rPr>
                  <a:t> </a:t>
                </a:r>
                <a:r>
                  <a:rPr lang="en-US" sz="1600" dirty="0" err="1">
                    <a:solidFill>
                      <a:srgbClr val="7030A0"/>
                    </a:solidFill>
                    <a:latin typeface="Arial Narrow" panose="020B0606020202030204" pitchFamily="34" charset="0"/>
                  </a:rPr>
                  <a:t>khoảng</a:t>
                </a:r>
                <a:r>
                  <a:rPr lang="en-US" sz="1600" dirty="0">
                    <a:solidFill>
                      <a:srgbClr val="7030A0"/>
                    </a:solidFill>
                    <a:latin typeface="Arial Narrow" panose="020B0606020202030204" pitchFamily="34" charset="0"/>
                  </a:rPr>
                  <a:t> </a:t>
                </a:r>
                <a:r>
                  <a:rPr lang="en-US" sz="1600" dirty="0" err="1">
                    <a:solidFill>
                      <a:srgbClr val="7030A0"/>
                    </a:solidFill>
                    <a:latin typeface="Arial Narrow" panose="020B0606020202030204" pitchFamily="34" charset="0"/>
                  </a:rPr>
                  <a:t>cách</a:t>
                </a:r>
                <a:r>
                  <a:rPr lang="en-US" sz="1600" dirty="0">
                    <a:solidFill>
                      <a:srgbClr val="7030A0"/>
                    </a:solidFill>
                    <a:latin typeface="Arial Narrow" panose="020B0606020202030204" pitchFamily="34" charset="0"/>
                  </a:rPr>
                  <a:t> </a:t>
                </a:r>
                <a:r>
                  <a:rPr lang="en-US" sz="1600" dirty="0" err="1">
                    <a:solidFill>
                      <a:srgbClr val="7030A0"/>
                    </a:solidFill>
                    <a:latin typeface="Arial Narrow" panose="020B0606020202030204" pitchFamily="34" charset="0"/>
                  </a:rPr>
                  <a:t>đến</a:t>
                </a:r>
                <a:r>
                  <a:rPr lang="en-US" sz="1600" dirty="0">
                    <a:solidFill>
                      <a:srgbClr val="7030A0"/>
                    </a:solidFill>
                    <a:latin typeface="Arial Narrow" panose="020B0606020202030204" pitchFamily="34" charset="0"/>
                  </a:rPr>
                  <a:t> Station </a:t>
                </a:r>
                <a:r>
                  <a:rPr lang="en-US" sz="1600" dirty="0" err="1">
                    <a:solidFill>
                      <a:srgbClr val="7030A0"/>
                    </a:solidFill>
                    <a:latin typeface="Arial Narrow" panose="020B0606020202030204" pitchFamily="34" charset="0"/>
                  </a:rPr>
                  <a:t>và</a:t>
                </a:r>
                <a:r>
                  <a:rPr lang="en-US" sz="1600" dirty="0">
                    <a:solidFill>
                      <a:srgbClr val="7030A0"/>
                    </a:solidFill>
                    <a:latin typeface="Arial Narrow" panose="020B0606020202030204" pitchFamily="34" charset="0"/>
                  </a:rPr>
                  <a:t> END</a:t>
                </a:r>
                <a:endParaRPr lang="en-US" dirty="0">
                  <a:latin typeface="Arial Narrow" panose="020B0606020202030204" pitchFamily="34" charset="0"/>
                </a:endParaRPr>
              </a:p>
            </p:txBody>
          </p:sp>
          <p:sp>
            <p:nvSpPr>
              <p:cNvPr id="20" name="Shape 19">
                <a:extLst>
                  <a:ext uri="{FF2B5EF4-FFF2-40B4-BE49-F238E27FC236}">
                    <a16:creationId xmlns:a16="http://schemas.microsoft.com/office/drawing/2014/main" id="{DB4E5E68-54E4-1AAC-CFBE-744C6AC7720C}"/>
                  </a:ext>
                </a:extLst>
              </p:cNvPr>
              <p:cNvSpPr/>
              <p:nvPr/>
            </p:nvSpPr>
            <p:spPr>
              <a:xfrm>
                <a:off x="6217920" y="3030675"/>
                <a:ext cx="5974080" cy="585216"/>
              </a:xfrm>
              <a:prstGeom prst="rect">
                <a:avLst/>
              </a:prstGeom>
              <a:solidFill>
                <a:srgbClr val="FFFFFF"/>
              </a:solidFill>
              <a:ln w="12700">
                <a:solidFill>
                  <a:srgbClr val="BBDDDD"/>
                </a:solidFill>
                <a:prstDash val="solid"/>
              </a:ln>
            </p:spPr>
            <p:txBody>
              <a:bodyPr/>
              <a:lstStyle/>
              <a:p>
                <a:endParaRPr lang="en-US" dirty="0">
                  <a:latin typeface="Arial Narrow" panose="020B0606020202030204" pitchFamily="34" charset="0"/>
                </a:endParaRPr>
              </a:p>
            </p:txBody>
          </p:sp>
          <p:sp>
            <p:nvSpPr>
              <p:cNvPr id="21" name="Text 20">
                <a:extLst>
                  <a:ext uri="{FF2B5EF4-FFF2-40B4-BE49-F238E27FC236}">
                    <a16:creationId xmlns:a16="http://schemas.microsoft.com/office/drawing/2014/main" id="{C1996785-17CD-7FD4-7529-A386B12F5CD9}"/>
                  </a:ext>
                </a:extLst>
              </p:cNvPr>
              <p:cNvSpPr/>
              <p:nvPr/>
            </p:nvSpPr>
            <p:spPr>
              <a:xfrm>
                <a:off x="6400800" y="3055059"/>
                <a:ext cx="5242560" cy="536448"/>
              </a:xfrm>
              <a:prstGeom prst="rect">
                <a:avLst/>
              </a:prstGeom>
              <a:noFill/>
              <a:ln/>
            </p:spPr>
            <p:txBody>
              <a:bodyPr wrap="square" lIns="33867" tIns="33867" rIns="33867" bIns="33867" rtlCol="0" anchor="ctr"/>
              <a:lstStyle/>
              <a:p>
                <a:r>
                  <a:rPr lang="en-US" dirty="0">
                    <a:latin typeface="Arial Narrow" panose="020B0606020202030204" pitchFamily="34" charset="0"/>
                  </a:rPr>
                  <a:t>Stop when </a:t>
                </a:r>
                <a:r>
                  <a:rPr lang="en-US" dirty="0" err="1">
                    <a:latin typeface="Arial Narrow" panose="020B0606020202030204" pitchFamily="34" charset="0"/>
                  </a:rPr>
                  <a:t>dist</a:t>
                </a:r>
                <a:r>
                  <a:rPr lang="en-US" dirty="0">
                    <a:latin typeface="Arial Narrow" panose="020B0606020202030204" pitchFamily="34" charset="0"/>
                  </a:rPr>
                  <a:t> = 3cm at the </a:t>
                </a:r>
                <a:r>
                  <a:rPr lang="en-US" dirty="0" err="1">
                    <a:latin typeface="Arial Narrow" panose="020B0606020202030204" pitchFamily="34" charset="0"/>
                  </a:rPr>
                  <a:t>Statio</a:t>
                </a:r>
                <a:r>
                  <a:rPr lang="en-US" dirty="0">
                    <a:latin typeface="Arial Narrow" panose="020B0606020202030204" pitchFamily="34" charset="0"/>
                  </a:rPr>
                  <a:t> and &lt;= 5cm at END</a:t>
                </a:r>
                <a:r>
                  <a:rPr lang="en-US" dirty="0">
                    <a:solidFill>
                      <a:srgbClr val="0097A7"/>
                    </a:solidFill>
                    <a:latin typeface="Arial Narrow" panose="020B0606020202030204" pitchFamily="34" charset="0"/>
                  </a:rPr>
                  <a:t>
</a:t>
                </a:r>
                <a:r>
                  <a:rPr lang="en-US" sz="1600" dirty="0" err="1">
                    <a:solidFill>
                      <a:srgbClr val="7030A0"/>
                    </a:solidFill>
                    <a:latin typeface="Arial Narrow" panose="020B0606020202030204" pitchFamily="34" charset="0"/>
                  </a:rPr>
                  <a:t>Dừng</a:t>
                </a:r>
                <a:r>
                  <a:rPr lang="en-US" sz="1600" dirty="0">
                    <a:solidFill>
                      <a:srgbClr val="7030A0"/>
                    </a:solidFill>
                    <a:latin typeface="Arial Narrow" panose="020B0606020202030204" pitchFamily="34" charset="0"/>
                  </a:rPr>
                  <a:t> </a:t>
                </a:r>
                <a:r>
                  <a:rPr lang="en-US" sz="1600" dirty="0" err="1">
                    <a:solidFill>
                      <a:srgbClr val="7030A0"/>
                    </a:solidFill>
                    <a:latin typeface="Arial Narrow" panose="020B0606020202030204" pitchFamily="34" charset="0"/>
                  </a:rPr>
                  <a:t>khi</a:t>
                </a:r>
                <a:r>
                  <a:rPr lang="en-US" sz="1600" dirty="0">
                    <a:solidFill>
                      <a:srgbClr val="7030A0"/>
                    </a:solidFill>
                    <a:latin typeface="Arial Narrow" panose="020B0606020202030204" pitchFamily="34" charset="0"/>
                  </a:rPr>
                  <a:t> </a:t>
                </a:r>
                <a:r>
                  <a:rPr lang="en-US" sz="1600" dirty="0" err="1">
                    <a:solidFill>
                      <a:srgbClr val="7030A0"/>
                    </a:solidFill>
                    <a:latin typeface="Arial Narrow" panose="020B0606020202030204" pitchFamily="34" charset="0"/>
                  </a:rPr>
                  <a:t>dist</a:t>
                </a:r>
                <a:r>
                  <a:rPr lang="en-US" sz="1600" dirty="0">
                    <a:solidFill>
                      <a:srgbClr val="7030A0"/>
                    </a:solidFill>
                    <a:latin typeface="Arial Narrow" panose="020B0606020202030204" pitchFamily="34" charset="0"/>
                  </a:rPr>
                  <a:t> = 3cm </a:t>
                </a:r>
                <a:r>
                  <a:rPr lang="en-US" sz="1600" dirty="0" err="1">
                    <a:solidFill>
                      <a:srgbClr val="7030A0"/>
                    </a:solidFill>
                    <a:latin typeface="Arial Narrow" panose="020B0606020202030204" pitchFamily="34" charset="0"/>
                  </a:rPr>
                  <a:t>tại</a:t>
                </a:r>
                <a:r>
                  <a:rPr lang="en-US" sz="1600" dirty="0">
                    <a:solidFill>
                      <a:srgbClr val="7030A0"/>
                    </a:solidFill>
                    <a:latin typeface="Arial Narrow" panose="020B0606020202030204" pitchFamily="34" charset="0"/>
                  </a:rPr>
                  <a:t> Station </a:t>
                </a:r>
                <a:r>
                  <a:rPr lang="en-US" sz="1600" dirty="0" err="1">
                    <a:solidFill>
                      <a:srgbClr val="7030A0"/>
                    </a:solidFill>
                    <a:latin typeface="Arial Narrow" panose="020B0606020202030204" pitchFamily="34" charset="0"/>
                  </a:rPr>
                  <a:t>và</a:t>
                </a:r>
                <a:r>
                  <a:rPr lang="en-US" sz="1600" dirty="0">
                    <a:solidFill>
                      <a:srgbClr val="7030A0"/>
                    </a:solidFill>
                    <a:latin typeface="Arial Narrow" panose="020B0606020202030204" pitchFamily="34" charset="0"/>
                  </a:rPr>
                  <a:t> &lt;= 5cm </a:t>
                </a:r>
                <a:r>
                  <a:rPr lang="en-US" sz="1600" dirty="0" err="1">
                    <a:solidFill>
                      <a:srgbClr val="7030A0"/>
                    </a:solidFill>
                    <a:latin typeface="Arial Narrow" panose="020B0606020202030204" pitchFamily="34" charset="0"/>
                  </a:rPr>
                  <a:t>tại</a:t>
                </a:r>
                <a:r>
                  <a:rPr lang="en-US" sz="1600" dirty="0">
                    <a:solidFill>
                      <a:srgbClr val="7030A0"/>
                    </a:solidFill>
                    <a:latin typeface="Arial Narrow" panose="020B0606020202030204" pitchFamily="34" charset="0"/>
                  </a:rPr>
                  <a:t> END</a:t>
                </a:r>
                <a:endParaRPr lang="en-US" dirty="0">
                  <a:latin typeface="Arial Narrow" panose="020B0606020202030204" pitchFamily="34" charset="0"/>
                </a:endParaRPr>
              </a:p>
            </p:txBody>
          </p:sp>
          <p:sp>
            <p:nvSpPr>
              <p:cNvPr id="24" name="Shape 23">
                <a:extLst>
                  <a:ext uri="{FF2B5EF4-FFF2-40B4-BE49-F238E27FC236}">
                    <a16:creationId xmlns:a16="http://schemas.microsoft.com/office/drawing/2014/main" id="{C6F525A4-ADE6-16E8-2138-CF987730BC81}"/>
                  </a:ext>
                </a:extLst>
              </p:cNvPr>
              <p:cNvSpPr/>
              <p:nvPr/>
            </p:nvSpPr>
            <p:spPr>
              <a:xfrm>
                <a:off x="6217920" y="4347408"/>
                <a:ext cx="5974080" cy="585217"/>
              </a:xfrm>
              <a:prstGeom prst="rect">
                <a:avLst/>
              </a:prstGeom>
              <a:solidFill>
                <a:srgbClr val="FFFFFF"/>
              </a:solidFill>
              <a:ln w="12700">
                <a:solidFill>
                  <a:srgbClr val="BBDDDD"/>
                </a:solidFill>
                <a:prstDash val="solid"/>
              </a:ln>
            </p:spPr>
            <p:txBody>
              <a:bodyPr/>
              <a:lstStyle/>
              <a:p>
                <a:endParaRPr lang="en-US">
                  <a:latin typeface="Arial Narrow" panose="020B0606020202030204" pitchFamily="34" charset="0"/>
                </a:endParaRPr>
              </a:p>
            </p:txBody>
          </p:sp>
          <p:sp>
            <p:nvSpPr>
              <p:cNvPr id="25" name="Text 24">
                <a:extLst>
                  <a:ext uri="{FF2B5EF4-FFF2-40B4-BE49-F238E27FC236}">
                    <a16:creationId xmlns:a16="http://schemas.microsoft.com/office/drawing/2014/main" id="{2C48B80F-FECF-54C5-0062-DDB1AAA098FC}"/>
                  </a:ext>
                </a:extLst>
              </p:cNvPr>
              <p:cNvSpPr/>
              <p:nvPr/>
            </p:nvSpPr>
            <p:spPr>
              <a:xfrm>
                <a:off x="6400800" y="4347411"/>
                <a:ext cx="5242560" cy="585215"/>
              </a:xfrm>
              <a:prstGeom prst="rect">
                <a:avLst/>
              </a:prstGeom>
              <a:noFill/>
              <a:ln/>
            </p:spPr>
            <p:txBody>
              <a:bodyPr wrap="square" lIns="33867" tIns="33867" rIns="33867" bIns="33867" rtlCol="0" anchor="ctr"/>
              <a:lstStyle/>
              <a:p>
                <a:r>
                  <a:rPr lang="en-US" dirty="0">
                    <a:latin typeface="Arial Narrow" panose="020B0606020202030204" pitchFamily="34" charset="0"/>
                  </a:rPr>
                  <a:t>LED2 flashes – when successfully picking up the ball</a:t>
                </a:r>
                <a:r>
                  <a:rPr lang="en-US" dirty="0">
                    <a:solidFill>
                      <a:srgbClr val="0097A7"/>
                    </a:solidFill>
                    <a:latin typeface="Arial Narrow" panose="020B0606020202030204" pitchFamily="34" charset="0"/>
                  </a:rPr>
                  <a:t>
</a:t>
                </a:r>
                <a:r>
                  <a:rPr lang="en-US" sz="1600" dirty="0">
                    <a:solidFill>
                      <a:srgbClr val="7030A0"/>
                    </a:solidFill>
                    <a:latin typeface="Arial Narrow" panose="020B0606020202030204" pitchFamily="34" charset="0"/>
                  </a:rPr>
                  <a:t>Nháy LED2 – </a:t>
                </a:r>
                <a:r>
                  <a:rPr lang="en-US" sz="1600" dirty="0" err="1">
                    <a:solidFill>
                      <a:srgbClr val="7030A0"/>
                    </a:solidFill>
                    <a:latin typeface="Arial Narrow" panose="020B0606020202030204" pitchFamily="34" charset="0"/>
                  </a:rPr>
                  <a:t>khi</a:t>
                </a:r>
                <a:r>
                  <a:rPr lang="en-US" sz="1600" dirty="0">
                    <a:solidFill>
                      <a:srgbClr val="7030A0"/>
                    </a:solidFill>
                    <a:latin typeface="Arial Narrow" panose="020B0606020202030204" pitchFamily="34" charset="0"/>
                  </a:rPr>
                  <a:t> </a:t>
                </a:r>
                <a:r>
                  <a:rPr lang="en-US" sz="1600" dirty="0" err="1">
                    <a:solidFill>
                      <a:srgbClr val="7030A0"/>
                    </a:solidFill>
                    <a:latin typeface="Arial Narrow" panose="020B0606020202030204" pitchFamily="34" charset="0"/>
                  </a:rPr>
                  <a:t>lấy</a:t>
                </a:r>
                <a:r>
                  <a:rPr lang="en-US" sz="1600" dirty="0">
                    <a:solidFill>
                      <a:srgbClr val="7030A0"/>
                    </a:solidFill>
                    <a:latin typeface="Arial Narrow" panose="020B0606020202030204" pitchFamily="34" charset="0"/>
                  </a:rPr>
                  <a:t> bi </a:t>
                </a:r>
                <a:r>
                  <a:rPr lang="en-US" sz="1600" dirty="0" err="1">
                    <a:solidFill>
                      <a:srgbClr val="7030A0"/>
                    </a:solidFill>
                    <a:latin typeface="Arial Narrow" panose="020B0606020202030204" pitchFamily="34" charset="0"/>
                  </a:rPr>
                  <a:t>thành</a:t>
                </a:r>
                <a:r>
                  <a:rPr lang="en-US" sz="1600" dirty="0">
                    <a:solidFill>
                      <a:srgbClr val="7030A0"/>
                    </a:solidFill>
                    <a:latin typeface="Arial Narrow" panose="020B0606020202030204" pitchFamily="34" charset="0"/>
                  </a:rPr>
                  <a:t> </a:t>
                </a:r>
                <a:r>
                  <a:rPr lang="en-US" sz="1600" dirty="0" err="1">
                    <a:solidFill>
                      <a:srgbClr val="7030A0"/>
                    </a:solidFill>
                    <a:latin typeface="Arial Narrow" panose="020B0606020202030204" pitchFamily="34" charset="0"/>
                  </a:rPr>
                  <a:t>công</a:t>
                </a:r>
                <a:endParaRPr lang="en-US" dirty="0">
                  <a:latin typeface="Arial Narrow" panose="020B0606020202030204" pitchFamily="34" charset="0"/>
                </a:endParaRPr>
              </a:p>
            </p:txBody>
          </p:sp>
          <p:sp>
            <p:nvSpPr>
              <p:cNvPr id="26" name="Shape 25">
                <a:extLst>
                  <a:ext uri="{FF2B5EF4-FFF2-40B4-BE49-F238E27FC236}">
                    <a16:creationId xmlns:a16="http://schemas.microsoft.com/office/drawing/2014/main" id="{148CE06E-EA32-49DE-B8CF-B7417636A0E8}"/>
                  </a:ext>
                </a:extLst>
              </p:cNvPr>
              <p:cNvSpPr/>
              <p:nvPr/>
            </p:nvSpPr>
            <p:spPr>
              <a:xfrm>
                <a:off x="6217920" y="5005777"/>
                <a:ext cx="5974080" cy="585217"/>
              </a:xfrm>
              <a:prstGeom prst="rect">
                <a:avLst/>
              </a:prstGeom>
              <a:solidFill>
                <a:srgbClr val="E6F7F7"/>
              </a:solidFill>
              <a:ln w="12700">
                <a:solidFill>
                  <a:srgbClr val="BBDDDD"/>
                </a:solidFill>
                <a:prstDash val="solid"/>
              </a:ln>
            </p:spPr>
            <p:txBody>
              <a:bodyPr/>
              <a:lstStyle/>
              <a:p>
                <a:endParaRPr lang="en-US">
                  <a:latin typeface="Arial Narrow" panose="020B0606020202030204" pitchFamily="34" charset="0"/>
                </a:endParaRPr>
              </a:p>
            </p:txBody>
          </p:sp>
          <p:sp>
            <p:nvSpPr>
              <p:cNvPr id="27" name="Text 26">
                <a:extLst>
                  <a:ext uri="{FF2B5EF4-FFF2-40B4-BE49-F238E27FC236}">
                    <a16:creationId xmlns:a16="http://schemas.microsoft.com/office/drawing/2014/main" id="{AD451C0B-F78C-CBA7-0C90-00D2E7FA5F5E}"/>
                  </a:ext>
                </a:extLst>
              </p:cNvPr>
              <p:cNvSpPr/>
              <p:nvPr/>
            </p:nvSpPr>
            <p:spPr>
              <a:xfrm>
                <a:off x="6400800" y="5005779"/>
                <a:ext cx="5242560" cy="536448"/>
              </a:xfrm>
              <a:prstGeom prst="rect">
                <a:avLst/>
              </a:prstGeom>
              <a:noFill/>
              <a:ln/>
            </p:spPr>
            <p:txBody>
              <a:bodyPr wrap="square" lIns="33867" tIns="33867" rIns="33867" bIns="33867" rtlCol="0" anchor="ctr"/>
              <a:lstStyle/>
              <a:p>
                <a:r>
                  <a:rPr lang="en-US" dirty="0">
                    <a:latin typeface="Arial Narrow" panose="020B0606020202030204" pitchFamily="34" charset="0"/>
                  </a:rPr>
                  <a:t>State machine: 9 FSM states</a:t>
                </a:r>
                <a:r>
                  <a:rPr lang="en-US" dirty="0">
                    <a:solidFill>
                      <a:srgbClr val="0097A7"/>
                    </a:solidFill>
                    <a:latin typeface="Arial Narrow" panose="020B0606020202030204" pitchFamily="34" charset="0"/>
                  </a:rPr>
                  <a:t>
</a:t>
                </a:r>
                <a:r>
                  <a:rPr lang="en-US" sz="1600" dirty="0">
                    <a:solidFill>
                      <a:srgbClr val="7030A0"/>
                    </a:solidFill>
                    <a:latin typeface="Arial Narrow" panose="020B0606020202030204" pitchFamily="34" charset="0"/>
                  </a:rPr>
                  <a:t>Máy trạng thái: 9 state điều phối</a:t>
                </a:r>
                <a:endParaRPr lang="en-US" dirty="0">
                  <a:latin typeface="Arial Narrow" panose="020B0606020202030204" pitchFamily="34" charset="0"/>
                </a:endParaRPr>
              </a:p>
            </p:txBody>
          </p:sp>
          <p:sp>
            <p:nvSpPr>
              <p:cNvPr id="29" name="Shape 23">
                <a:extLst>
                  <a:ext uri="{FF2B5EF4-FFF2-40B4-BE49-F238E27FC236}">
                    <a16:creationId xmlns:a16="http://schemas.microsoft.com/office/drawing/2014/main" id="{16F56AEF-6FA2-5791-6988-A757AD334D5F}"/>
                  </a:ext>
                </a:extLst>
              </p:cNvPr>
              <p:cNvSpPr/>
              <p:nvPr/>
            </p:nvSpPr>
            <p:spPr>
              <a:xfrm>
                <a:off x="6217920" y="3676851"/>
                <a:ext cx="5974080" cy="597407"/>
              </a:xfrm>
              <a:prstGeom prst="rect">
                <a:avLst/>
              </a:prstGeom>
              <a:solidFill>
                <a:srgbClr val="FFFFFF"/>
              </a:solidFill>
              <a:ln w="12700">
                <a:solidFill>
                  <a:srgbClr val="BBDDDD"/>
                </a:solidFill>
                <a:prstDash val="solid"/>
              </a:ln>
            </p:spPr>
            <p:txBody>
              <a:bodyPr/>
              <a:lstStyle/>
              <a:p>
                <a:endParaRPr lang="en-US">
                  <a:latin typeface="Arial Narrow" panose="020B0606020202030204" pitchFamily="34" charset="0"/>
                </a:endParaRPr>
              </a:p>
            </p:txBody>
          </p:sp>
          <p:sp>
            <p:nvSpPr>
              <p:cNvPr id="30" name="Text 24">
                <a:extLst>
                  <a:ext uri="{FF2B5EF4-FFF2-40B4-BE49-F238E27FC236}">
                    <a16:creationId xmlns:a16="http://schemas.microsoft.com/office/drawing/2014/main" id="{083A296D-0C2A-73F9-A5A4-602AF2708ECB}"/>
                  </a:ext>
                </a:extLst>
              </p:cNvPr>
              <p:cNvSpPr/>
              <p:nvPr/>
            </p:nvSpPr>
            <p:spPr>
              <a:xfrm>
                <a:off x="6400800" y="3701235"/>
                <a:ext cx="5242560" cy="536448"/>
              </a:xfrm>
              <a:prstGeom prst="rect">
                <a:avLst/>
              </a:prstGeom>
              <a:noFill/>
              <a:ln/>
            </p:spPr>
            <p:txBody>
              <a:bodyPr wrap="square" lIns="33867" tIns="33867" rIns="33867" bIns="33867" rtlCol="0" anchor="ctr"/>
              <a:lstStyle/>
              <a:p>
                <a:r>
                  <a:rPr lang="en-US" dirty="0">
                    <a:latin typeface="Arial Narrow" panose="020B0606020202030204" pitchFamily="34" charset="0"/>
                  </a:rPr>
                  <a:t>Turn on LED1 – at Start, turn off at END</a:t>
                </a:r>
                <a:r>
                  <a:rPr lang="en-US" dirty="0">
                    <a:solidFill>
                      <a:srgbClr val="0097A7"/>
                    </a:solidFill>
                    <a:latin typeface="Arial Narrow" panose="020B0606020202030204" pitchFamily="34" charset="0"/>
                  </a:rPr>
                  <a:t>
</a:t>
                </a:r>
                <a:r>
                  <a:rPr lang="en-US" sz="1600" dirty="0" err="1">
                    <a:solidFill>
                      <a:srgbClr val="7030A0"/>
                    </a:solidFill>
                    <a:latin typeface="Arial Narrow" panose="020B0606020202030204" pitchFamily="34" charset="0"/>
                  </a:rPr>
                  <a:t>Bật</a:t>
                </a:r>
                <a:r>
                  <a:rPr lang="en-US" sz="1600" dirty="0">
                    <a:solidFill>
                      <a:srgbClr val="7030A0"/>
                    </a:solidFill>
                    <a:latin typeface="Arial Narrow" panose="020B0606020202030204" pitchFamily="34" charset="0"/>
                  </a:rPr>
                  <a:t> LED1 – </a:t>
                </a:r>
                <a:r>
                  <a:rPr lang="en-US" sz="1600" dirty="0" err="1">
                    <a:solidFill>
                      <a:srgbClr val="7030A0"/>
                    </a:solidFill>
                    <a:latin typeface="Arial Narrow" panose="020B0606020202030204" pitchFamily="34" charset="0"/>
                  </a:rPr>
                  <a:t>khi</a:t>
                </a:r>
                <a:r>
                  <a:rPr lang="en-US" sz="1600" dirty="0">
                    <a:solidFill>
                      <a:srgbClr val="7030A0"/>
                    </a:solidFill>
                    <a:latin typeface="Arial Narrow" panose="020B0606020202030204" pitchFamily="34" charset="0"/>
                  </a:rPr>
                  <a:t> Start, </a:t>
                </a:r>
                <a:r>
                  <a:rPr lang="en-US" sz="1600" dirty="0" err="1">
                    <a:solidFill>
                      <a:srgbClr val="7030A0"/>
                    </a:solidFill>
                    <a:latin typeface="Arial Narrow" panose="020B0606020202030204" pitchFamily="34" charset="0"/>
                  </a:rPr>
                  <a:t>tắt</a:t>
                </a:r>
                <a:r>
                  <a:rPr lang="en-US" sz="1600" dirty="0">
                    <a:solidFill>
                      <a:srgbClr val="7030A0"/>
                    </a:solidFill>
                    <a:latin typeface="Arial Narrow" panose="020B0606020202030204" pitchFamily="34" charset="0"/>
                  </a:rPr>
                  <a:t> </a:t>
                </a:r>
                <a:r>
                  <a:rPr lang="en-US" sz="1600" dirty="0" err="1">
                    <a:solidFill>
                      <a:srgbClr val="7030A0"/>
                    </a:solidFill>
                    <a:latin typeface="Arial Narrow" panose="020B0606020202030204" pitchFamily="34" charset="0"/>
                  </a:rPr>
                  <a:t>khi</a:t>
                </a:r>
                <a:r>
                  <a:rPr lang="en-US" sz="1600" dirty="0">
                    <a:solidFill>
                      <a:srgbClr val="7030A0"/>
                    </a:solidFill>
                    <a:latin typeface="Arial Narrow" panose="020B0606020202030204" pitchFamily="34" charset="0"/>
                  </a:rPr>
                  <a:t> END</a:t>
                </a:r>
                <a:endParaRPr lang="en-US" dirty="0">
                  <a:latin typeface="Arial Narrow" panose="020B0606020202030204" pitchFamily="34" charset="0"/>
                </a:endParaRPr>
              </a:p>
            </p:txBody>
          </p:sp>
        </p:grpSp>
      </p:grpSp>
      <p:graphicFrame>
        <p:nvGraphicFramePr>
          <p:cNvPr id="35" name="Diagram 34">
            <a:extLst>
              <a:ext uri="{FF2B5EF4-FFF2-40B4-BE49-F238E27FC236}">
                <a16:creationId xmlns:a16="http://schemas.microsoft.com/office/drawing/2014/main" id="{906767C4-363A-3A02-C67D-FA29F9941DBD}"/>
              </a:ext>
            </a:extLst>
          </p:cNvPr>
          <p:cNvGraphicFramePr/>
          <p:nvPr>
            <p:extLst>
              <p:ext uri="{D42A27DB-BD31-4B8C-83A1-F6EECF244321}">
                <p14:modId xmlns:p14="http://schemas.microsoft.com/office/powerpoint/2010/main" val="4241208660"/>
              </p:ext>
            </p:extLst>
          </p:nvPr>
        </p:nvGraphicFramePr>
        <p:xfrm>
          <a:off x="609599" y="198907"/>
          <a:ext cx="3039615" cy="9977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648417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BB365-7EC8-8274-69CC-6F28F91DE02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94E893E-5566-672C-036C-44B570DBFF04}"/>
              </a:ext>
            </a:extLst>
          </p:cNvPr>
          <p:cNvSpPr txBox="1"/>
          <p:nvPr/>
        </p:nvSpPr>
        <p:spPr>
          <a:xfrm>
            <a:off x="4576191" y="1015831"/>
            <a:ext cx="2924198" cy="369332"/>
          </a:xfrm>
          <a:prstGeom prst="rect">
            <a:avLst/>
          </a:prstGeom>
          <a:noFill/>
        </p:spPr>
        <p:txBody>
          <a:bodyPr wrap="none" rtlCol="0">
            <a:spAutoFit/>
          </a:bodyPr>
          <a:lstStyle/>
          <a:p>
            <a:r>
              <a:rPr lang="en-US" dirty="0">
                <a:latin typeface="Arial Narrow" panose="020B0606020202030204" pitchFamily="34" charset="0"/>
              </a:rPr>
              <a:t>Control Idea/</a:t>
            </a:r>
            <a:r>
              <a:rPr lang="en-US" dirty="0">
                <a:solidFill>
                  <a:schemeClr val="accent1"/>
                </a:solidFill>
                <a:latin typeface="Arial Narrow" panose="020B0606020202030204" pitchFamily="34" charset="0"/>
              </a:rPr>
              <a:t>Ý </a:t>
            </a:r>
            <a:r>
              <a:rPr lang="en-US" dirty="0" err="1">
                <a:solidFill>
                  <a:schemeClr val="accent1"/>
                </a:solidFill>
                <a:latin typeface="Arial Narrow" panose="020B0606020202030204" pitchFamily="34" charset="0"/>
              </a:rPr>
              <a:t>tưởng</a:t>
            </a:r>
            <a:r>
              <a:rPr lang="en-US" dirty="0">
                <a:solidFill>
                  <a:schemeClr val="accent1"/>
                </a:solidFill>
                <a:latin typeface="Arial Narrow" panose="020B0606020202030204" pitchFamily="34" charset="0"/>
              </a:rPr>
              <a:t> </a:t>
            </a:r>
            <a:r>
              <a:rPr lang="en-US" dirty="0" err="1">
                <a:solidFill>
                  <a:schemeClr val="accent1"/>
                </a:solidFill>
                <a:latin typeface="Arial Narrow" panose="020B0606020202030204" pitchFamily="34" charset="0"/>
              </a:rPr>
              <a:t>điều</a:t>
            </a:r>
            <a:r>
              <a:rPr lang="en-US" dirty="0">
                <a:solidFill>
                  <a:schemeClr val="accent1"/>
                </a:solidFill>
                <a:latin typeface="Arial Narrow" panose="020B0606020202030204" pitchFamily="34" charset="0"/>
              </a:rPr>
              <a:t> </a:t>
            </a:r>
            <a:r>
              <a:rPr lang="en-US" dirty="0" err="1">
                <a:solidFill>
                  <a:schemeClr val="accent1"/>
                </a:solidFill>
                <a:latin typeface="Arial Narrow" panose="020B0606020202030204" pitchFamily="34" charset="0"/>
              </a:rPr>
              <a:t>khiển</a:t>
            </a:r>
            <a:endParaRPr lang="en-US" dirty="0">
              <a:solidFill>
                <a:schemeClr val="accent1"/>
              </a:solidFill>
              <a:latin typeface="Arial Narrow" panose="020B0606020202030204" pitchFamily="34" charset="0"/>
            </a:endParaRPr>
          </a:p>
        </p:txBody>
      </p:sp>
      <p:graphicFrame>
        <p:nvGraphicFramePr>
          <p:cNvPr id="22" name="Table 21">
            <a:extLst>
              <a:ext uri="{FF2B5EF4-FFF2-40B4-BE49-F238E27FC236}">
                <a16:creationId xmlns:a16="http://schemas.microsoft.com/office/drawing/2014/main" id="{DCEB31D8-30BA-97D6-C5E7-07CCA6C3370B}"/>
              </a:ext>
            </a:extLst>
          </p:cNvPr>
          <p:cNvGraphicFramePr>
            <a:graphicFrameLocks noGrp="1"/>
          </p:cNvGraphicFramePr>
          <p:nvPr>
            <p:extLst>
              <p:ext uri="{D42A27DB-BD31-4B8C-83A1-F6EECF244321}">
                <p14:modId xmlns:p14="http://schemas.microsoft.com/office/powerpoint/2010/main" val="1797524388"/>
              </p:ext>
            </p:extLst>
          </p:nvPr>
        </p:nvGraphicFramePr>
        <p:xfrm>
          <a:off x="654518" y="1450056"/>
          <a:ext cx="11184556" cy="5066247"/>
        </p:xfrm>
        <a:graphic>
          <a:graphicData uri="http://schemas.openxmlformats.org/drawingml/2006/table">
            <a:tbl>
              <a:tblPr firstRow="1" bandRow="1">
                <a:tableStyleId>{5C22544A-7EE6-4342-B048-85BDC9FD1C3A}</a:tableStyleId>
              </a:tblPr>
              <a:tblGrid>
                <a:gridCol w="5592278">
                  <a:extLst>
                    <a:ext uri="{9D8B030D-6E8A-4147-A177-3AD203B41FA5}">
                      <a16:colId xmlns:a16="http://schemas.microsoft.com/office/drawing/2014/main" val="597099992"/>
                    </a:ext>
                  </a:extLst>
                </a:gridCol>
                <a:gridCol w="5592278">
                  <a:extLst>
                    <a:ext uri="{9D8B030D-6E8A-4147-A177-3AD203B41FA5}">
                      <a16:colId xmlns:a16="http://schemas.microsoft.com/office/drawing/2014/main" val="647575799"/>
                    </a:ext>
                  </a:extLst>
                </a:gridCol>
              </a:tblGrid>
              <a:tr h="5066247">
                <a:tc>
                  <a:txBody>
                    <a:bodyPr/>
                    <a:lstStyle/>
                    <a:p>
                      <a:endParaRPr lang="en-US" dirty="0"/>
                    </a:p>
                  </a:txBody>
                  <a:tcPr/>
                </a:tc>
                <a:tc>
                  <a:txBody>
                    <a:bodyPr/>
                    <a:lstStyle/>
                    <a:p>
                      <a:endParaRPr lang="en-US" dirty="0"/>
                    </a:p>
                  </a:txBody>
                  <a:tcPr>
                    <a:solidFill>
                      <a:schemeClr val="accent3">
                        <a:lumMod val="20000"/>
                        <a:lumOff val="80000"/>
                      </a:schemeClr>
                    </a:solidFill>
                  </a:tcPr>
                </a:tc>
                <a:extLst>
                  <a:ext uri="{0D108BD9-81ED-4DB2-BD59-A6C34878D82A}">
                    <a16:rowId xmlns:a16="http://schemas.microsoft.com/office/drawing/2014/main" val="3325512391"/>
                  </a:ext>
                </a:extLst>
              </a:tr>
            </a:tbl>
          </a:graphicData>
        </a:graphic>
      </p:graphicFrame>
      <p:sp>
        <p:nvSpPr>
          <p:cNvPr id="14" name="Oval 13">
            <a:extLst>
              <a:ext uri="{FF2B5EF4-FFF2-40B4-BE49-F238E27FC236}">
                <a16:creationId xmlns:a16="http://schemas.microsoft.com/office/drawing/2014/main" id="{73F319D3-6C2A-0EFB-B71E-1A0397AE866E}"/>
              </a:ext>
            </a:extLst>
          </p:cNvPr>
          <p:cNvSpPr/>
          <p:nvPr/>
        </p:nvSpPr>
        <p:spPr>
          <a:xfrm>
            <a:off x="6376935" y="1588473"/>
            <a:ext cx="324465" cy="33429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Narrow" panose="020B0606020202030204" pitchFamily="34" charset="0"/>
              </a:rPr>
              <a:t>1</a:t>
            </a:r>
          </a:p>
        </p:txBody>
      </p:sp>
      <p:sp>
        <p:nvSpPr>
          <p:cNvPr id="15" name="TextBox 14">
            <a:extLst>
              <a:ext uri="{FF2B5EF4-FFF2-40B4-BE49-F238E27FC236}">
                <a16:creationId xmlns:a16="http://schemas.microsoft.com/office/drawing/2014/main" id="{44CB49D4-ADAF-BBBD-A27C-8A0749AE1605}"/>
              </a:ext>
            </a:extLst>
          </p:cNvPr>
          <p:cNvSpPr txBox="1"/>
          <p:nvPr/>
        </p:nvSpPr>
        <p:spPr>
          <a:xfrm>
            <a:off x="6759949" y="1617204"/>
            <a:ext cx="2509177" cy="369332"/>
          </a:xfrm>
          <a:prstGeom prst="rect">
            <a:avLst/>
          </a:prstGeom>
          <a:noFill/>
        </p:spPr>
        <p:txBody>
          <a:bodyPr wrap="square" rtlCol="0">
            <a:spAutoFit/>
          </a:bodyPr>
          <a:lstStyle/>
          <a:p>
            <a:r>
              <a:rPr lang="en-US" dirty="0">
                <a:latin typeface="Arial Narrow" panose="020B0606020202030204" pitchFamily="34" charset="0"/>
              </a:rPr>
              <a:t>Go straight/</a:t>
            </a:r>
            <a:r>
              <a:rPr lang="en-US" dirty="0" err="1">
                <a:solidFill>
                  <a:schemeClr val="accent1"/>
                </a:solidFill>
                <a:latin typeface="Arial Narrow" panose="020B0606020202030204" pitchFamily="34" charset="0"/>
              </a:rPr>
              <a:t>Đi</a:t>
            </a:r>
            <a:r>
              <a:rPr lang="en-US" dirty="0">
                <a:solidFill>
                  <a:schemeClr val="accent1"/>
                </a:solidFill>
                <a:latin typeface="Arial Narrow" panose="020B0606020202030204" pitchFamily="34" charset="0"/>
              </a:rPr>
              <a:t> </a:t>
            </a:r>
            <a:r>
              <a:rPr lang="en-US" dirty="0" err="1">
                <a:solidFill>
                  <a:schemeClr val="accent1"/>
                </a:solidFill>
                <a:latin typeface="Arial Narrow" panose="020B0606020202030204" pitchFamily="34" charset="0"/>
              </a:rPr>
              <a:t>thẳng</a:t>
            </a:r>
            <a:endParaRPr lang="en-US" dirty="0">
              <a:solidFill>
                <a:schemeClr val="accent1"/>
              </a:solidFill>
              <a:latin typeface="Arial Narrow" panose="020B0606020202030204" pitchFamily="34" charset="0"/>
            </a:endParaRPr>
          </a:p>
        </p:txBody>
      </p:sp>
      <p:sp>
        <p:nvSpPr>
          <p:cNvPr id="20" name="TextBox 19">
            <a:extLst>
              <a:ext uri="{FF2B5EF4-FFF2-40B4-BE49-F238E27FC236}">
                <a16:creationId xmlns:a16="http://schemas.microsoft.com/office/drawing/2014/main" id="{E0CDA1C0-1739-703C-D173-A1085C1DE9E9}"/>
              </a:ext>
            </a:extLst>
          </p:cNvPr>
          <p:cNvSpPr txBox="1"/>
          <p:nvPr/>
        </p:nvSpPr>
        <p:spPr>
          <a:xfrm>
            <a:off x="6383742" y="1936029"/>
            <a:ext cx="5529516" cy="2585323"/>
          </a:xfrm>
          <a:prstGeom prst="rect">
            <a:avLst/>
          </a:prstGeom>
          <a:noFill/>
        </p:spPr>
        <p:txBody>
          <a:bodyPr wrap="square" rtlCol="0">
            <a:spAutoFit/>
          </a:bodyPr>
          <a:lstStyle/>
          <a:p>
            <a:r>
              <a:rPr lang="en-US" dirty="0"/>
              <a:t>When the vehicle encounters a straight section (sensor = 010), both motors rotate at the same speed. If there is a sign of deviation, the system activates the motor state to control the vehicle back to the center of the line, helping the vehicle move straight smoothly.</a:t>
            </a:r>
          </a:p>
          <a:p>
            <a:r>
              <a:rPr lang="vi-VN" dirty="0">
                <a:solidFill>
                  <a:schemeClr val="accent1"/>
                </a:solidFill>
              </a:rPr>
              <a:t>Khi xe gặp đoạn </a:t>
            </a:r>
            <a:r>
              <a:rPr lang="en-US" dirty="0" err="1">
                <a:solidFill>
                  <a:schemeClr val="accent1"/>
                </a:solidFill>
              </a:rPr>
              <a:t>thẳng</a:t>
            </a:r>
            <a:r>
              <a:rPr lang="vi-VN" dirty="0">
                <a:solidFill>
                  <a:schemeClr val="accent1"/>
                </a:solidFill>
              </a:rPr>
              <a:t> (</a:t>
            </a:r>
            <a:r>
              <a:rPr lang="en-US" dirty="0">
                <a:solidFill>
                  <a:schemeClr val="accent1"/>
                </a:solidFill>
              </a:rPr>
              <a:t>sensor = 010</a:t>
            </a:r>
            <a:r>
              <a:rPr lang="vi-VN" dirty="0">
                <a:solidFill>
                  <a:schemeClr val="accent1"/>
                </a:solidFill>
              </a:rPr>
              <a:t>), </a:t>
            </a:r>
            <a:r>
              <a:rPr lang="en-US" dirty="0" err="1">
                <a:solidFill>
                  <a:schemeClr val="accent1"/>
                </a:solidFill>
              </a:rPr>
              <a:t>hai</a:t>
            </a:r>
            <a:r>
              <a:rPr lang="en-US" dirty="0">
                <a:solidFill>
                  <a:schemeClr val="accent1"/>
                </a:solidFill>
              </a:rPr>
              <a:t> </a:t>
            </a:r>
            <a:r>
              <a:rPr lang="en-US" dirty="0" err="1">
                <a:solidFill>
                  <a:schemeClr val="accent1"/>
                </a:solidFill>
              </a:rPr>
              <a:t>động</a:t>
            </a:r>
            <a:r>
              <a:rPr lang="en-US" dirty="0">
                <a:solidFill>
                  <a:schemeClr val="accent1"/>
                </a:solidFill>
              </a:rPr>
              <a:t> </a:t>
            </a:r>
            <a:r>
              <a:rPr lang="en-US" dirty="0" err="1">
                <a:solidFill>
                  <a:schemeClr val="accent1"/>
                </a:solidFill>
              </a:rPr>
              <a:t>cơ</a:t>
            </a:r>
            <a:r>
              <a:rPr lang="en-US" dirty="0">
                <a:solidFill>
                  <a:schemeClr val="accent1"/>
                </a:solidFill>
              </a:rPr>
              <a:t> quay </a:t>
            </a:r>
            <a:r>
              <a:rPr lang="en-US" dirty="0" err="1">
                <a:solidFill>
                  <a:schemeClr val="accent1"/>
                </a:solidFill>
              </a:rPr>
              <a:t>cùng</a:t>
            </a:r>
            <a:r>
              <a:rPr lang="en-US" dirty="0">
                <a:solidFill>
                  <a:schemeClr val="accent1"/>
                </a:solidFill>
              </a:rPr>
              <a:t> </a:t>
            </a:r>
            <a:r>
              <a:rPr lang="en-US" dirty="0" err="1">
                <a:solidFill>
                  <a:schemeClr val="accent1"/>
                </a:solidFill>
              </a:rPr>
              <a:t>tốc</a:t>
            </a:r>
            <a:r>
              <a:rPr lang="en-US" dirty="0">
                <a:solidFill>
                  <a:schemeClr val="accent1"/>
                </a:solidFill>
              </a:rPr>
              <a:t> </a:t>
            </a:r>
            <a:r>
              <a:rPr lang="en-US" dirty="0" err="1">
                <a:solidFill>
                  <a:schemeClr val="accent1"/>
                </a:solidFill>
              </a:rPr>
              <a:t>độ</a:t>
            </a:r>
            <a:r>
              <a:rPr lang="en-US" dirty="0">
                <a:solidFill>
                  <a:schemeClr val="accent1"/>
                </a:solidFill>
              </a:rPr>
              <a:t>, </a:t>
            </a:r>
            <a:r>
              <a:rPr lang="en-US" dirty="0" err="1">
                <a:solidFill>
                  <a:schemeClr val="accent1"/>
                </a:solidFill>
              </a:rPr>
              <a:t>nếu</a:t>
            </a:r>
            <a:r>
              <a:rPr lang="en-US" dirty="0">
                <a:solidFill>
                  <a:schemeClr val="accent1"/>
                </a:solidFill>
              </a:rPr>
              <a:t> </a:t>
            </a:r>
            <a:r>
              <a:rPr lang="en-US" dirty="0" err="1">
                <a:solidFill>
                  <a:schemeClr val="accent1"/>
                </a:solidFill>
              </a:rPr>
              <a:t>có</a:t>
            </a:r>
            <a:r>
              <a:rPr lang="en-US" dirty="0">
                <a:solidFill>
                  <a:schemeClr val="accent1"/>
                </a:solidFill>
              </a:rPr>
              <a:t> </a:t>
            </a:r>
            <a:r>
              <a:rPr lang="en-US" dirty="0" err="1">
                <a:solidFill>
                  <a:schemeClr val="accent1"/>
                </a:solidFill>
              </a:rPr>
              <a:t>dấu</a:t>
            </a:r>
            <a:r>
              <a:rPr lang="en-US" dirty="0">
                <a:solidFill>
                  <a:schemeClr val="accent1"/>
                </a:solidFill>
              </a:rPr>
              <a:t> </a:t>
            </a:r>
            <a:r>
              <a:rPr lang="en-US" dirty="0" err="1">
                <a:solidFill>
                  <a:schemeClr val="accent1"/>
                </a:solidFill>
              </a:rPr>
              <a:t>hiệu</a:t>
            </a:r>
            <a:r>
              <a:rPr lang="en-US" dirty="0">
                <a:solidFill>
                  <a:schemeClr val="accent1"/>
                </a:solidFill>
              </a:rPr>
              <a:t> </a:t>
            </a:r>
            <a:r>
              <a:rPr lang="en-US" dirty="0" err="1">
                <a:solidFill>
                  <a:schemeClr val="accent1"/>
                </a:solidFill>
              </a:rPr>
              <a:t>lệch</a:t>
            </a:r>
            <a:r>
              <a:rPr lang="en-US" dirty="0">
                <a:solidFill>
                  <a:schemeClr val="accent1"/>
                </a:solidFill>
              </a:rPr>
              <a:t> </a:t>
            </a:r>
            <a:r>
              <a:rPr lang="en-US" dirty="0" err="1">
                <a:solidFill>
                  <a:schemeClr val="accent1"/>
                </a:solidFill>
              </a:rPr>
              <a:t>hệ</a:t>
            </a:r>
            <a:r>
              <a:rPr lang="en-US" dirty="0">
                <a:solidFill>
                  <a:schemeClr val="accent1"/>
                </a:solidFill>
              </a:rPr>
              <a:t> </a:t>
            </a:r>
            <a:r>
              <a:rPr lang="en-US" dirty="0" err="1">
                <a:solidFill>
                  <a:schemeClr val="accent1"/>
                </a:solidFill>
              </a:rPr>
              <a:t>thống</a:t>
            </a:r>
            <a:r>
              <a:rPr lang="en-US" dirty="0">
                <a:solidFill>
                  <a:schemeClr val="accent1"/>
                </a:solidFill>
              </a:rPr>
              <a:t> </a:t>
            </a:r>
            <a:r>
              <a:rPr lang="en-US" dirty="0" err="1">
                <a:solidFill>
                  <a:schemeClr val="accent1"/>
                </a:solidFill>
              </a:rPr>
              <a:t>kích</a:t>
            </a:r>
            <a:r>
              <a:rPr lang="en-US" dirty="0">
                <a:solidFill>
                  <a:schemeClr val="accent1"/>
                </a:solidFill>
              </a:rPr>
              <a:t> </a:t>
            </a:r>
            <a:r>
              <a:rPr lang="en-US" dirty="0" err="1">
                <a:solidFill>
                  <a:schemeClr val="accent1"/>
                </a:solidFill>
              </a:rPr>
              <a:t>hoạt</a:t>
            </a:r>
            <a:r>
              <a:rPr lang="en-US" dirty="0">
                <a:solidFill>
                  <a:schemeClr val="accent1"/>
                </a:solidFill>
              </a:rPr>
              <a:t> </a:t>
            </a:r>
            <a:r>
              <a:rPr lang="en-US" dirty="0" err="1">
                <a:solidFill>
                  <a:schemeClr val="accent1"/>
                </a:solidFill>
              </a:rPr>
              <a:t>trạng</a:t>
            </a:r>
            <a:r>
              <a:rPr lang="en-US" dirty="0">
                <a:solidFill>
                  <a:schemeClr val="accent1"/>
                </a:solidFill>
              </a:rPr>
              <a:t> </a:t>
            </a:r>
            <a:r>
              <a:rPr lang="en-US" dirty="0" err="1">
                <a:solidFill>
                  <a:schemeClr val="accent1"/>
                </a:solidFill>
              </a:rPr>
              <a:t>thái</a:t>
            </a:r>
            <a:r>
              <a:rPr lang="en-US" dirty="0">
                <a:solidFill>
                  <a:schemeClr val="accent1"/>
                </a:solidFill>
              </a:rPr>
              <a:t> motor </a:t>
            </a:r>
            <a:r>
              <a:rPr lang="en-US" dirty="0" err="1">
                <a:solidFill>
                  <a:schemeClr val="accent1"/>
                </a:solidFill>
              </a:rPr>
              <a:t>để</a:t>
            </a:r>
            <a:r>
              <a:rPr lang="en-US" dirty="0">
                <a:solidFill>
                  <a:schemeClr val="accent1"/>
                </a:solidFill>
              </a:rPr>
              <a:t> </a:t>
            </a:r>
            <a:r>
              <a:rPr lang="en-US" dirty="0" err="1">
                <a:solidFill>
                  <a:schemeClr val="accent1"/>
                </a:solidFill>
              </a:rPr>
              <a:t>điều</a:t>
            </a:r>
            <a:r>
              <a:rPr lang="en-US" dirty="0">
                <a:solidFill>
                  <a:schemeClr val="accent1"/>
                </a:solidFill>
              </a:rPr>
              <a:t> </a:t>
            </a:r>
            <a:r>
              <a:rPr lang="en-US" dirty="0" err="1">
                <a:solidFill>
                  <a:schemeClr val="accent1"/>
                </a:solidFill>
              </a:rPr>
              <a:t>khiển</a:t>
            </a:r>
            <a:r>
              <a:rPr lang="en-US" dirty="0">
                <a:solidFill>
                  <a:schemeClr val="accent1"/>
                </a:solidFill>
              </a:rPr>
              <a:t> </a:t>
            </a:r>
            <a:r>
              <a:rPr lang="en-US" dirty="0" err="1">
                <a:solidFill>
                  <a:schemeClr val="accent1"/>
                </a:solidFill>
              </a:rPr>
              <a:t>xe</a:t>
            </a:r>
            <a:r>
              <a:rPr lang="en-US" dirty="0">
                <a:solidFill>
                  <a:schemeClr val="accent1"/>
                </a:solidFill>
              </a:rPr>
              <a:t> </a:t>
            </a:r>
            <a:r>
              <a:rPr lang="en-US" dirty="0" err="1">
                <a:solidFill>
                  <a:schemeClr val="accent1"/>
                </a:solidFill>
              </a:rPr>
              <a:t>về</a:t>
            </a:r>
            <a:r>
              <a:rPr lang="en-US" dirty="0">
                <a:solidFill>
                  <a:schemeClr val="accent1"/>
                </a:solidFill>
              </a:rPr>
              <a:t> </a:t>
            </a:r>
            <a:r>
              <a:rPr lang="en-US" dirty="0" err="1">
                <a:solidFill>
                  <a:schemeClr val="accent1"/>
                </a:solidFill>
              </a:rPr>
              <a:t>chính</a:t>
            </a:r>
            <a:r>
              <a:rPr lang="en-US" dirty="0">
                <a:solidFill>
                  <a:schemeClr val="accent1"/>
                </a:solidFill>
              </a:rPr>
              <a:t> </a:t>
            </a:r>
            <a:r>
              <a:rPr lang="en-US" dirty="0" err="1">
                <a:solidFill>
                  <a:schemeClr val="accent1"/>
                </a:solidFill>
              </a:rPr>
              <a:t>giữa</a:t>
            </a:r>
            <a:r>
              <a:rPr lang="en-US" dirty="0">
                <a:solidFill>
                  <a:schemeClr val="accent1"/>
                </a:solidFill>
              </a:rPr>
              <a:t> line </a:t>
            </a:r>
            <a:r>
              <a:rPr lang="en-US" dirty="0" err="1">
                <a:solidFill>
                  <a:schemeClr val="accent1"/>
                </a:solidFill>
              </a:rPr>
              <a:t>giúp</a:t>
            </a:r>
            <a:r>
              <a:rPr lang="en-US" dirty="0">
                <a:solidFill>
                  <a:schemeClr val="accent1"/>
                </a:solidFill>
              </a:rPr>
              <a:t> </a:t>
            </a:r>
            <a:r>
              <a:rPr lang="en-US" dirty="0" err="1">
                <a:solidFill>
                  <a:schemeClr val="accent1"/>
                </a:solidFill>
              </a:rPr>
              <a:t>xe</a:t>
            </a:r>
            <a:r>
              <a:rPr lang="en-US" dirty="0">
                <a:solidFill>
                  <a:schemeClr val="accent1"/>
                </a:solidFill>
              </a:rPr>
              <a:t> </a:t>
            </a:r>
            <a:r>
              <a:rPr lang="en-US" dirty="0" err="1">
                <a:solidFill>
                  <a:schemeClr val="accent1"/>
                </a:solidFill>
              </a:rPr>
              <a:t>đi</a:t>
            </a:r>
            <a:r>
              <a:rPr lang="en-US" dirty="0">
                <a:solidFill>
                  <a:schemeClr val="accent1"/>
                </a:solidFill>
              </a:rPr>
              <a:t> </a:t>
            </a:r>
            <a:r>
              <a:rPr lang="en-US" dirty="0" err="1">
                <a:solidFill>
                  <a:schemeClr val="accent1"/>
                </a:solidFill>
              </a:rPr>
              <a:t>thẳng</a:t>
            </a:r>
            <a:r>
              <a:rPr lang="en-US" dirty="0">
                <a:solidFill>
                  <a:schemeClr val="accent1"/>
                </a:solidFill>
              </a:rPr>
              <a:t> </a:t>
            </a:r>
            <a:r>
              <a:rPr lang="en-US" dirty="0" err="1">
                <a:solidFill>
                  <a:schemeClr val="accent1"/>
                </a:solidFill>
              </a:rPr>
              <a:t>mượt</a:t>
            </a:r>
            <a:r>
              <a:rPr lang="en-US" dirty="0">
                <a:solidFill>
                  <a:schemeClr val="accent1"/>
                </a:solidFill>
              </a:rPr>
              <a:t> </a:t>
            </a:r>
            <a:r>
              <a:rPr lang="en-US" dirty="0" err="1">
                <a:solidFill>
                  <a:schemeClr val="accent1"/>
                </a:solidFill>
              </a:rPr>
              <a:t>mà</a:t>
            </a:r>
            <a:r>
              <a:rPr lang="en-US" dirty="0">
                <a:solidFill>
                  <a:schemeClr val="accent1"/>
                </a:solidFill>
              </a:rPr>
              <a:t>.</a:t>
            </a:r>
            <a:endParaRPr lang="en-US" dirty="0">
              <a:solidFill>
                <a:schemeClr val="accent1"/>
              </a:solidFill>
              <a:latin typeface="Arial Narrow" panose="020B0606020202030204" pitchFamily="34" charset="0"/>
            </a:endParaRPr>
          </a:p>
        </p:txBody>
      </p:sp>
      <p:pic>
        <p:nvPicPr>
          <p:cNvPr id="26" name="Picture 25">
            <a:extLst>
              <a:ext uri="{FF2B5EF4-FFF2-40B4-BE49-F238E27FC236}">
                <a16:creationId xmlns:a16="http://schemas.microsoft.com/office/drawing/2014/main" id="{9973EC29-8844-65E6-448C-B5FD12646133}"/>
              </a:ext>
            </a:extLst>
          </p:cNvPr>
          <p:cNvPicPr>
            <a:picLocks noChangeAspect="1"/>
          </p:cNvPicPr>
          <p:nvPr/>
        </p:nvPicPr>
        <p:blipFill>
          <a:blip r:embed="rId3">
            <a:extLst>
              <a:ext uri="{28A0092B-C50C-407E-A947-70E740481C1C}">
                <a14:useLocalDpi xmlns:a14="http://schemas.microsoft.com/office/drawing/2010/main" val="0"/>
              </a:ext>
            </a:extLst>
          </a:blip>
          <a:srcRect r="35985"/>
          <a:stretch>
            <a:fillRect/>
          </a:stretch>
        </p:blipFill>
        <p:spPr>
          <a:xfrm>
            <a:off x="654518" y="1450056"/>
            <a:ext cx="5587265" cy="5045303"/>
          </a:xfrm>
          <a:prstGeom prst="rect">
            <a:avLst/>
          </a:prstGeom>
        </p:spPr>
      </p:pic>
      <p:sp>
        <p:nvSpPr>
          <p:cNvPr id="27" name="Oval 26">
            <a:extLst>
              <a:ext uri="{FF2B5EF4-FFF2-40B4-BE49-F238E27FC236}">
                <a16:creationId xmlns:a16="http://schemas.microsoft.com/office/drawing/2014/main" id="{0DC547D5-67B0-78B0-DDD1-4EA3A44DB903}"/>
              </a:ext>
            </a:extLst>
          </p:cNvPr>
          <p:cNvSpPr/>
          <p:nvPr/>
        </p:nvSpPr>
        <p:spPr>
          <a:xfrm>
            <a:off x="4029275" y="3928557"/>
            <a:ext cx="324465" cy="33429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Narrow" panose="020B0606020202030204" pitchFamily="34" charset="0"/>
              </a:rPr>
              <a:t>1</a:t>
            </a:r>
          </a:p>
        </p:txBody>
      </p:sp>
      <p:graphicFrame>
        <p:nvGraphicFramePr>
          <p:cNvPr id="37" name="Diagram 36">
            <a:extLst>
              <a:ext uri="{FF2B5EF4-FFF2-40B4-BE49-F238E27FC236}">
                <a16:creationId xmlns:a16="http://schemas.microsoft.com/office/drawing/2014/main" id="{07C0C77F-27A5-C330-1557-C17FBFBDC39F}"/>
              </a:ext>
            </a:extLst>
          </p:cNvPr>
          <p:cNvGraphicFramePr/>
          <p:nvPr>
            <p:extLst>
              <p:ext uri="{D42A27DB-BD31-4B8C-83A1-F6EECF244321}">
                <p14:modId xmlns:p14="http://schemas.microsoft.com/office/powerpoint/2010/main" val="1684447044"/>
              </p:ext>
            </p:extLst>
          </p:nvPr>
        </p:nvGraphicFramePr>
        <p:xfrm>
          <a:off x="609599" y="179242"/>
          <a:ext cx="3039615" cy="9977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Oval 1">
            <a:extLst>
              <a:ext uri="{FF2B5EF4-FFF2-40B4-BE49-F238E27FC236}">
                <a16:creationId xmlns:a16="http://schemas.microsoft.com/office/drawing/2014/main" id="{9D663A59-BF1D-28B9-C19C-6CF8EEB08B22}"/>
              </a:ext>
            </a:extLst>
          </p:cNvPr>
          <p:cNvSpPr/>
          <p:nvPr/>
        </p:nvSpPr>
        <p:spPr>
          <a:xfrm>
            <a:off x="3327153" y="4663489"/>
            <a:ext cx="324465" cy="33429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Narrow" panose="020B0606020202030204" pitchFamily="34" charset="0"/>
              </a:rPr>
              <a:t>1</a:t>
            </a:r>
          </a:p>
        </p:txBody>
      </p:sp>
      <p:sp>
        <p:nvSpPr>
          <p:cNvPr id="3" name="Oval 2">
            <a:extLst>
              <a:ext uri="{FF2B5EF4-FFF2-40B4-BE49-F238E27FC236}">
                <a16:creationId xmlns:a16="http://schemas.microsoft.com/office/drawing/2014/main" id="{5CB12830-E207-4EC8-DE3F-E295995E659D}"/>
              </a:ext>
            </a:extLst>
          </p:cNvPr>
          <p:cNvSpPr/>
          <p:nvPr/>
        </p:nvSpPr>
        <p:spPr>
          <a:xfrm>
            <a:off x="4785534" y="3241505"/>
            <a:ext cx="324465" cy="33429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Narrow" panose="020B0606020202030204" pitchFamily="34" charset="0"/>
              </a:rPr>
              <a:t>1</a:t>
            </a:r>
          </a:p>
        </p:txBody>
      </p:sp>
      <p:sp>
        <p:nvSpPr>
          <p:cNvPr id="4" name="Oval 3">
            <a:extLst>
              <a:ext uri="{FF2B5EF4-FFF2-40B4-BE49-F238E27FC236}">
                <a16:creationId xmlns:a16="http://schemas.microsoft.com/office/drawing/2014/main" id="{2E5C0377-B493-B3FE-07CD-5AF071DE3B35}"/>
              </a:ext>
            </a:extLst>
          </p:cNvPr>
          <p:cNvSpPr/>
          <p:nvPr/>
        </p:nvSpPr>
        <p:spPr>
          <a:xfrm>
            <a:off x="3739223" y="2363151"/>
            <a:ext cx="324465" cy="33429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Narrow" panose="020B0606020202030204" pitchFamily="34" charset="0"/>
              </a:rPr>
              <a:t>1</a:t>
            </a:r>
          </a:p>
        </p:txBody>
      </p:sp>
      <p:sp>
        <p:nvSpPr>
          <p:cNvPr id="6" name="Oval 5">
            <a:extLst>
              <a:ext uri="{FF2B5EF4-FFF2-40B4-BE49-F238E27FC236}">
                <a16:creationId xmlns:a16="http://schemas.microsoft.com/office/drawing/2014/main" id="{BC0865E0-2FE0-D566-6DCA-C486BD57349D}"/>
              </a:ext>
            </a:extLst>
          </p:cNvPr>
          <p:cNvSpPr/>
          <p:nvPr/>
        </p:nvSpPr>
        <p:spPr>
          <a:xfrm>
            <a:off x="2533206" y="2933728"/>
            <a:ext cx="324465" cy="33429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Narrow" panose="020B0606020202030204" pitchFamily="34" charset="0"/>
              </a:rPr>
              <a:t>1</a:t>
            </a:r>
          </a:p>
        </p:txBody>
      </p:sp>
      <p:sp>
        <p:nvSpPr>
          <p:cNvPr id="7" name="Oval 6">
            <a:extLst>
              <a:ext uri="{FF2B5EF4-FFF2-40B4-BE49-F238E27FC236}">
                <a16:creationId xmlns:a16="http://schemas.microsoft.com/office/drawing/2014/main" id="{AC3E2F14-A686-788E-31C8-975B968D0B91}"/>
              </a:ext>
            </a:extLst>
          </p:cNvPr>
          <p:cNvSpPr/>
          <p:nvPr/>
        </p:nvSpPr>
        <p:spPr>
          <a:xfrm>
            <a:off x="4021042" y="5591682"/>
            <a:ext cx="324465" cy="33429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Narrow" panose="020B0606020202030204" pitchFamily="34" charset="0"/>
              </a:rPr>
              <a:t>1</a:t>
            </a:r>
          </a:p>
        </p:txBody>
      </p:sp>
      <p:sp>
        <p:nvSpPr>
          <p:cNvPr id="8" name="Oval 7">
            <a:extLst>
              <a:ext uri="{FF2B5EF4-FFF2-40B4-BE49-F238E27FC236}">
                <a16:creationId xmlns:a16="http://schemas.microsoft.com/office/drawing/2014/main" id="{17D70C5F-36B8-93F7-58A3-5567A5F1290F}"/>
              </a:ext>
            </a:extLst>
          </p:cNvPr>
          <p:cNvSpPr/>
          <p:nvPr/>
        </p:nvSpPr>
        <p:spPr>
          <a:xfrm>
            <a:off x="4795365" y="4701283"/>
            <a:ext cx="324465" cy="33429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Narrow" panose="020B0606020202030204" pitchFamily="34" charset="0"/>
              </a:rPr>
              <a:t>1</a:t>
            </a:r>
          </a:p>
        </p:txBody>
      </p:sp>
      <p:sp>
        <p:nvSpPr>
          <p:cNvPr id="9" name="Oval 8">
            <a:extLst>
              <a:ext uri="{FF2B5EF4-FFF2-40B4-BE49-F238E27FC236}">
                <a16:creationId xmlns:a16="http://schemas.microsoft.com/office/drawing/2014/main" id="{B1E6245A-B8D3-D5C7-59DF-F465C7D7DC4B}"/>
              </a:ext>
            </a:extLst>
          </p:cNvPr>
          <p:cNvSpPr/>
          <p:nvPr/>
        </p:nvSpPr>
        <p:spPr>
          <a:xfrm>
            <a:off x="2538118" y="5073647"/>
            <a:ext cx="324465" cy="33429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Narrow" panose="020B0606020202030204" pitchFamily="34" charset="0"/>
              </a:rPr>
              <a:t>1</a:t>
            </a:r>
          </a:p>
        </p:txBody>
      </p:sp>
    </p:spTree>
    <p:extLst>
      <p:ext uri="{BB962C8B-B14F-4D97-AF65-F5344CB8AC3E}">
        <p14:creationId xmlns:p14="http://schemas.microsoft.com/office/powerpoint/2010/main" val="23889500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242A6A-2E26-35B9-E248-8D6BB3C7660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9C1C1A-E073-133F-ACF3-0A34AC31D786}"/>
              </a:ext>
            </a:extLst>
          </p:cNvPr>
          <p:cNvSpPr txBox="1"/>
          <p:nvPr/>
        </p:nvSpPr>
        <p:spPr>
          <a:xfrm>
            <a:off x="4633901" y="1080724"/>
            <a:ext cx="2924198" cy="369332"/>
          </a:xfrm>
          <a:prstGeom prst="rect">
            <a:avLst/>
          </a:prstGeom>
          <a:noFill/>
        </p:spPr>
        <p:txBody>
          <a:bodyPr wrap="none" rtlCol="0">
            <a:spAutoFit/>
          </a:bodyPr>
          <a:lstStyle/>
          <a:p>
            <a:r>
              <a:rPr lang="en-US" dirty="0">
                <a:latin typeface="Arial Narrow" panose="020B0606020202030204" pitchFamily="34" charset="0"/>
              </a:rPr>
              <a:t>Control Idea/</a:t>
            </a:r>
            <a:r>
              <a:rPr lang="en-US" dirty="0">
                <a:solidFill>
                  <a:schemeClr val="accent1"/>
                </a:solidFill>
                <a:latin typeface="Arial Narrow" panose="020B0606020202030204" pitchFamily="34" charset="0"/>
              </a:rPr>
              <a:t>Ý </a:t>
            </a:r>
            <a:r>
              <a:rPr lang="en-US" dirty="0" err="1">
                <a:solidFill>
                  <a:schemeClr val="accent1"/>
                </a:solidFill>
                <a:latin typeface="Arial Narrow" panose="020B0606020202030204" pitchFamily="34" charset="0"/>
              </a:rPr>
              <a:t>tưởng</a:t>
            </a:r>
            <a:r>
              <a:rPr lang="en-US" dirty="0">
                <a:solidFill>
                  <a:schemeClr val="accent1"/>
                </a:solidFill>
                <a:latin typeface="Arial Narrow" panose="020B0606020202030204" pitchFamily="34" charset="0"/>
              </a:rPr>
              <a:t> </a:t>
            </a:r>
            <a:r>
              <a:rPr lang="en-US" dirty="0" err="1">
                <a:solidFill>
                  <a:schemeClr val="accent1"/>
                </a:solidFill>
                <a:latin typeface="Arial Narrow" panose="020B0606020202030204" pitchFamily="34" charset="0"/>
              </a:rPr>
              <a:t>điều</a:t>
            </a:r>
            <a:r>
              <a:rPr lang="en-US" dirty="0">
                <a:solidFill>
                  <a:schemeClr val="accent1"/>
                </a:solidFill>
                <a:latin typeface="Arial Narrow" panose="020B0606020202030204" pitchFamily="34" charset="0"/>
              </a:rPr>
              <a:t> </a:t>
            </a:r>
            <a:r>
              <a:rPr lang="en-US" dirty="0" err="1">
                <a:solidFill>
                  <a:schemeClr val="accent1"/>
                </a:solidFill>
                <a:latin typeface="Arial Narrow" panose="020B0606020202030204" pitchFamily="34" charset="0"/>
              </a:rPr>
              <a:t>khiển</a:t>
            </a:r>
            <a:endParaRPr lang="en-US" dirty="0">
              <a:solidFill>
                <a:schemeClr val="accent1"/>
              </a:solidFill>
              <a:latin typeface="Arial Narrow" panose="020B0606020202030204" pitchFamily="34" charset="0"/>
            </a:endParaRPr>
          </a:p>
        </p:txBody>
      </p:sp>
      <p:graphicFrame>
        <p:nvGraphicFramePr>
          <p:cNvPr id="22" name="Table 21">
            <a:extLst>
              <a:ext uri="{FF2B5EF4-FFF2-40B4-BE49-F238E27FC236}">
                <a16:creationId xmlns:a16="http://schemas.microsoft.com/office/drawing/2014/main" id="{56B84982-E2EB-9FC7-6926-2F630CD1DA40}"/>
              </a:ext>
            </a:extLst>
          </p:cNvPr>
          <p:cNvGraphicFramePr>
            <a:graphicFrameLocks noGrp="1"/>
          </p:cNvGraphicFramePr>
          <p:nvPr/>
        </p:nvGraphicFramePr>
        <p:xfrm>
          <a:off x="654518" y="1450056"/>
          <a:ext cx="11184556" cy="5066247"/>
        </p:xfrm>
        <a:graphic>
          <a:graphicData uri="http://schemas.openxmlformats.org/drawingml/2006/table">
            <a:tbl>
              <a:tblPr firstRow="1" bandRow="1">
                <a:tableStyleId>{5C22544A-7EE6-4342-B048-85BDC9FD1C3A}</a:tableStyleId>
              </a:tblPr>
              <a:tblGrid>
                <a:gridCol w="5592278">
                  <a:extLst>
                    <a:ext uri="{9D8B030D-6E8A-4147-A177-3AD203B41FA5}">
                      <a16:colId xmlns:a16="http://schemas.microsoft.com/office/drawing/2014/main" val="597099992"/>
                    </a:ext>
                  </a:extLst>
                </a:gridCol>
                <a:gridCol w="5592278">
                  <a:extLst>
                    <a:ext uri="{9D8B030D-6E8A-4147-A177-3AD203B41FA5}">
                      <a16:colId xmlns:a16="http://schemas.microsoft.com/office/drawing/2014/main" val="647575799"/>
                    </a:ext>
                  </a:extLst>
                </a:gridCol>
              </a:tblGrid>
              <a:tr h="5066247">
                <a:tc>
                  <a:txBody>
                    <a:bodyPr/>
                    <a:lstStyle/>
                    <a:p>
                      <a:endParaRPr lang="en-US" dirty="0"/>
                    </a:p>
                  </a:txBody>
                  <a:tcPr/>
                </a:tc>
                <a:tc>
                  <a:txBody>
                    <a:bodyPr/>
                    <a:lstStyle/>
                    <a:p>
                      <a:endParaRPr lang="en-US" dirty="0"/>
                    </a:p>
                  </a:txBody>
                  <a:tcPr>
                    <a:solidFill>
                      <a:schemeClr val="accent3">
                        <a:lumMod val="20000"/>
                        <a:lumOff val="80000"/>
                      </a:schemeClr>
                    </a:solidFill>
                  </a:tcPr>
                </a:tc>
                <a:extLst>
                  <a:ext uri="{0D108BD9-81ED-4DB2-BD59-A6C34878D82A}">
                    <a16:rowId xmlns:a16="http://schemas.microsoft.com/office/drawing/2014/main" val="3325512391"/>
                  </a:ext>
                </a:extLst>
              </a:tr>
            </a:tbl>
          </a:graphicData>
        </a:graphic>
      </p:graphicFrame>
      <p:sp>
        <p:nvSpPr>
          <p:cNvPr id="14" name="Oval 13">
            <a:extLst>
              <a:ext uri="{FF2B5EF4-FFF2-40B4-BE49-F238E27FC236}">
                <a16:creationId xmlns:a16="http://schemas.microsoft.com/office/drawing/2014/main" id="{E326CEF5-0989-1E4C-CB37-B9EE60FAB004}"/>
              </a:ext>
            </a:extLst>
          </p:cNvPr>
          <p:cNvSpPr/>
          <p:nvPr/>
        </p:nvSpPr>
        <p:spPr>
          <a:xfrm>
            <a:off x="6376935" y="1521098"/>
            <a:ext cx="324465" cy="33429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Narrow" panose="020B0606020202030204" pitchFamily="34" charset="0"/>
              </a:rPr>
              <a:t>2</a:t>
            </a:r>
          </a:p>
        </p:txBody>
      </p:sp>
      <p:sp>
        <p:nvSpPr>
          <p:cNvPr id="15" name="TextBox 14">
            <a:extLst>
              <a:ext uri="{FF2B5EF4-FFF2-40B4-BE49-F238E27FC236}">
                <a16:creationId xmlns:a16="http://schemas.microsoft.com/office/drawing/2014/main" id="{F67BDD73-0FEB-5E3D-315B-4B81EBC732AD}"/>
              </a:ext>
            </a:extLst>
          </p:cNvPr>
          <p:cNvSpPr txBox="1"/>
          <p:nvPr/>
        </p:nvSpPr>
        <p:spPr>
          <a:xfrm>
            <a:off x="6759949" y="1549829"/>
            <a:ext cx="2509177" cy="369332"/>
          </a:xfrm>
          <a:prstGeom prst="rect">
            <a:avLst/>
          </a:prstGeom>
          <a:noFill/>
        </p:spPr>
        <p:txBody>
          <a:bodyPr wrap="square" rtlCol="0">
            <a:spAutoFit/>
          </a:bodyPr>
          <a:lstStyle/>
          <a:p>
            <a:r>
              <a:rPr lang="en-US" dirty="0">
                <a:latin typeface="Arial Narrow" panose="020B0606020202030204" pitchFamily="34" charset="0"/>
              </a:rPr>
              <a:t>Line lose/</a:t>
            </a:r>
            <a:r>
              <a:rPr lang="en-US" dirty="0" err="1">
                <a:solidFill>
                  <a:schemeClr val="accent1"/>
                </a:solidFill>
                <a:latin typeface="Arial Narrow" panose="020B0606020202030204" pitchFamily="34" charset="0"/>
              </a:rPr>
              <a:t>Mất</a:t>
            </a:r>
            <a:r>
              <a:rPr lang="en-US" dirty="0">
                <a:solidFill>
                  <a:schemeClr val="accent1"/>
                </a:solidFill>
                <a:latin typeface="Arial Narrow" panose="020B0606020202030204" pitchFamily="34" charset="0"/>
              </a:rPr>
              <a:t> line</a:t>
            </a:r>
          </a:p>
        </p:txBody>
      </p:sp>
      <p:sp>
        <p:nvSpPr>
          <p:cNvPr id="17" name="Oval 16">
            <a:extLst>
              <a:ext uri="{FF2B5EF4-FFF2-40B4-BE49-F238E27FC236}">
                <a16:creationId xmlns:a16="http://schemas.microsoft.com/office/drawing/2014/main" id="{919730CE-1E0C-6D6B-FBF0-0A36146C02BE}"/>
              </a:ext>
            </a:extLst>
          </p:cNvPr>
          <p:cNvSpPr/>
          <p:nvPr/>
        </p:nvSpPr>
        <p:spPr>
          <a:xfrm>
            <a:off x="6376934" y="3482253"/>
            <a:ext cx="324465" cy="33429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Narrow" panose="020B0606020202030204" pitchFamily="34" charset="0"/>
              </a:rPr>
              <a:t>3</a:t>
            </a:r>
          </a:p>
        </p:txBody>
      </p:sp>
      <p:sp>
        <p:nvSpPr>
          <p:cNvPr id="20" name="TextBox 19">
            <a:extLst>
              <a:ext uri="{FF2B5EF4-FFF2-40B4-BE49-F238E27FC236}">
                <a16:creationId xmlns:a16="http://schemas.microsoft.com/office/drawing/2014/main" id="{40773B8F-4EC0-B25D-FC83-BB6370636712}"/>
              </a:ext>
            </a:extLst>
          </p:cNvPr>
          <p:cNvSpPr txBox="1"/>
          <p:nvPr/>
        </p:nvSpPr>
        <p:spPr>
          <a:xfrm>
            <a:off x="6345242" y="1830157"/>
            <a:ext cx="5664866" cy="1661993"/>
          </a:xfrm>
          <a:prstGeom prst="rect">
            <a:avLst/>
          </a:prstGeom>
          <a:noFill/>
        </p:spPr>
        <p:txBody>
          <a:bodyPr wrap="square" rtlCol="0">
            <a:spAutoFit/>
          </a:bodyPr>
          <a:lstStyle/>
          <a:p>
            <a:r>
              <a:rPr lang="en-US" dirty="0"/>
              <a:t>When the vehicle encounters a line break (sensor = 000), the system does not immediately respond to the lost line but maintains the previous direction of movement for about 0.2–0.5s.</a:t>
            </a:r>
          </a:p>
          <a:p>
            <a:r>
              <a:rPr lang="vi-VN" sz="1600" dirty="0">
                <a:solidFill>
                  <a:schemeClr val="accent1"/>
                </a:solidFill>
              </a:rPr>
              <a:t>Khi xe gặp đoạn đứt line (</a:t>
            </a:r>
            <a:r>
              <a:rPr lang="en-US" sz="1600" dirty="0">
                <a:solidFill>
                  <a:schemeClr val="accent1"/>
                </a:solidFill>
              </a:rPr>
              <a:t>sensor = 000</a:t>
            </a:r>
            <a:r>
              <a:rPr lang="vi-VN" sz="1600" dirty="0">
                <a:solidFill>
                  <a:schemeClr val="accent1"/>
                </a:solidFill>
              </a:rPr>
              <a:t>), hệ thống không xử lý mất line ngay mà duy trì hướng di chuyển trước đó trong khoảng thời gian 0.2–0.5</a:t>
            </a:r>
            <a:r>
              <a:rPr lang="en-US" sz="1600" dirty="0">
                <a:solidFill>
                  <a:schemeClr val="accent1"/>
                </a:solidFill>
              </a:rPr>
              <a:t>s</a:t>
            </a:r>
            <a:r>
              <a:rPr lang="vi-VN" sz="1600" dirty="0">
                <a:solidFill>
                  <a:schemeClr val="accent1"/>
                </a:solidFill>
              </a:rPr>
              <a:t>. </a:t>
            </a:r>
            <a:endParaRPr lang="en-US" sz="1600" dirty="0">
              <a:solidFill>
                <a:schemeClr val="accent1"/>
              </a:solidFill>
              <a:latin typeface="Arial Narrow" panose="020B0606020202030204" pitchFamily="34" charset="0"/>
            </a:endParaRPr>
          </a:p>
        </p:txBody>
      </p:sp>
      <p:sp>
        <p:nvSpPr>
          <p:cNvPr id="21" name="TextBox 20">
            <a:extLst>
              <a:ext uri="{FF2B5EF4-FFF2-40B4-BE49-F238E27FC236}">
                <a16:creationId xmlns:a16="http://schemas.microsoft.com/office/drawing/2014/main" id="{FC6325A6-5377-AD33-9E91-A5BC45105F6D}"/>
              </a:ext>
            </a:extLst>
          </p:cNvPr>
          <p:cNvSpPr txBox="1"/>
          <p:nvPr/>
        </p:nvSpPr>
        <p:spPr>
          <a:xfrm>
            <a:off x="6701399" y="3475280"/>
            <a:ext cx="3433206" cy="369332"/>
          </a:xfrm>
          <a:prstGeom prst="rect">
            <a:avLst/>
          </a:prstGeom>
          <a:noFill/>
        </p:spPr>
        <p:txBody>
          <a:bodyPr wrap="square" rtlCol="0">
            <a:spAutoFit/>
          </a:bodyPr>
          <a:lstStyle/>
          <a:p>
            <a:r>
              <a:rPr lang="en-US" dirty="0">
                <a:latin typeface="Arial Narrow" panose="020B0606020202030204" pitchFamily="34" charset="0"/>
              </a:rPr>
              <a:t>Three-way junction/</a:t>
            </a:r>
            <a:r>
              <a:rPr lang="en-US" dirty="0" err="1">
                <a:solidFill>
                  <a:schemeClr val="accent1"/>
                </a:solidFill>
                <a:latin typeface="Arial Narrow" panose="020B0606020202030204" pitchFamily="34" charset="0"/>
              </a:rPr>
              <a:t>Ngã</a:t>
            </a:r>
            <a:r>
              <a:rPr lang="en-US" dirty="0">
                <a:solidFill>
                  <a:schemeClr val="accent1"/>
                </a:solidFill>
                <a:latin typeface="Arial Narrow" panose="020B0606020202030204" pitchFamily="34" charset="0"/>
              </a:rPr>
              <a:t> 3</a:t>
            </a:r>
          </a:p>
        </p:txBody>
      </p:sp>
      <p:sp>
        <p:nvSpPr>
          <p:cNvPr id="23" name="TextBox 22">
            <a:extLst>
              <a:ext uri="{FF2B5EF4-FFF2-40B4-BE49-F238E27FC236}">
                <a16:creationId xmlns:a16="http://schemas.microsoft.com/office/drawing/2014/main" id="{B2BDFD74-D589-D20E-300D-8CB08535DB31}"/>
              </a:ext>
            </a:extLst>
          </p:cNvPr>
          <p:cNvSpPr txBox="1"/>
          <p:nvPr/>
        </p:nvSpPr>
        <p:spPr>
          <a:xfrm>
            <a:off x="6353359" y="3766877"/>
            <a:ext cx="5522907" cy="2462213"/>
          </a:xfrm>
          <a:prstGeom prst="rect">
            <a:avLst/>
          </a:prstGeom>
          <a:noFill/>
        </p:spPr>
        <p:txBody>
          <a:bodyPr wrap="square" rtlCol="0">
            <a:spAutoFit/>
          </a:bodyPr>
          <a:lstStyle/>
          <a:p>
            <a:r>
              <a:rPr lang="en-US" dirty="0"/>
              <a:t>At the Station, the car does not turn immediately but stops for 2s when the distance is &lt;3 cm to pick up the ball. Then the car reverses 250 mm using the ultrasonic sensor (without using the line sensor), and then turns in place to the right. When it detects the line again, the car returns to the normal line-following state.</a:t>
            </a:r>
          </a:p>
          <a:p>
            <a:r>
              <a:rPr lang="vi-VN" sz="1600" dirty="0">
                <a:solidFill>
                  <a:schemeClr val="accent1"/>
                </a:solidFill>
              </a:rPr>
              <a:t>Tại Station, xe không rẽ ngay mà dừng 2</a:t>
            </a:r>
            <a:r>
              <a:rPr lang="en-US" sz="1600" dirty="0">
                <a:solidFill>
                  <a:schemeClr val="accent1"/>
                </a:solidFill>
              </a:rPr>
              <a:t>s</a:t>
            </a:r>
            <a:r>
              <a:rPr lang="vi-VN" sz="1600" dirty="0">
                <a:solidFill>
                  <a:schemeClr val="accent1"/>
                </a:solidFill>
              </a:rPr>
              <a:t> khi khoảng cách &lt;3 cm để lấy bi. Sau đó xe lùi 250mm bằng cảm biến siêu âm (không dùng cảm biến line), rồi quay tại chỗ sang phải. Khi dò lại được line, xe chuyển về trạng thái bám line bình thường.</a:t>
            </a:r>
          </a:p>
        </p:txBody>
      </p:sp>
      <p:pic>
        <p:nvPicPr>
          <p:cNvPr id="26" name="Picture 25">
            <a:extLst>
              <a:ext uri="{FF2B5EF4-FFF2-40B4-BE49-F238E27FC236}">
                <a16:creationId xmlns:a16="http://schemas.microsoft.com/office/drawing/2014/main" id="{CA576DF2-C551-3726-438E-4F62FBADBD61}"/>
              </a:ext>
            </a:extLst>
          </p:cNvPr>
          <p:cNvPicPr>
            <a:picLocks noChangeAspect="1"/>
          </p:cNvPicPr>
          <p:nvPr/>
        </p:nvPicPr>
        <p:blipFill>
          <a:blip r:embed="rId3">
            <a:extLst>
              <a:ext uri="{28A0092B-C50C-407E-A947-70E740481C1C}">
                <a14:useLocalDpi xmlns:a14="http://schemas.microsoft.com/office/drawing/2010/main" val="0"/>
              </a:ext>
            </a:extLst>
          </a:blip>
          <a:srcRect r="35985"/>
          <a:stretch>
            <a:fillRect/>
          </a:stretch>
        </p:blipFill>
        <p:spPr>
          <a:xfrm>
            <a:off x="654518" y="1450056"/>
            <a:ext cx="5587265" cy="5045303"/>
          </a:xfrm>
          <a:prstGeom prst="rect">
            <a:avLst/>
          </a:prstGeom>
        </p:spPr>
      </p:pic>
      <p:sp>
        <p:nvSpPr>
          <p:cNvPr id="27" name="Oval 26">
            <a:extLst>
              <a:ext uri="{FF2B5EF4-FFF2-40B4-BE49-F238E27FC236}">
                <a16:creationId xmlns:a16="http://schemas.microsoft.com/office/drawing/2014/main" id="{55C40296-0AB9-48D5-F7B7-5B0252AFBC52}"/>
              </a:ext>
            </a:extLst>
          </p:cNvPr>
          <p:cNvSpPr/>
          <p:nvPr/>
        </p:nvSpPr>
        <p:spPr>
          <a:xfrm>
            <a:off x="2759733" y="3720820"/>
            <a:ext cx="324465" cy="33429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Narrow" panose="020B0606020202030204" pitchFamily="34" charset="0"/>
              </a:rPr>
              <a:t>2</a:t>
            </a:r>
          </a:p>
        </p:txBody>
      </p:sp>
      <p:sp>
        <p:nvSpPr>
          <p:cNvPr id="28" name="Oval 27">
            <a:extLst>
              <a:ext uri="{FF2B5EF4-FFF2-40B4-BE49-F238E27FC236}">
                <a16:creationId xmlns:a16="http://schemas.microsoft.com/office/drawing/2014/main" id="{04CBEA55-07D8-255F-145F-5CD40C445496}"/>
              </a:ext>
            </a:extLst>
          </p:cNvPr>
          <p:cNvSpPr/>
          <p:nvPr/>
        </p:nvSpPr>
        <p:spPr>
          <a:xfrm>
            <a:off x="2271484" y="2333060"/>
            <a:ext cx="324465" cy="33429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Narrow" panose="020B0606020202030204" pitchFamily="34" charset="0"/>
              </a:rPr>
              <a:t>3</a:t>
            </a:r>
          </a:p>
        </p:txBody>
      </p:sp>
      <p:graphicFrame>
        <p:nvGraphicFramePr>
          <p:cNvPr id="37" name="Diagram 36">
            <a:extLst>
              <a:ext uri="{FF2B5EF4-FFF2-40B4-BE49-F238E27FC236}">
                <a16:creationId xmlns:a16="http://schemas.microsoft.com/office/drawing/2014/main" id="{634D7711-C36F-F423-82EA-D5C11B94AB06}"/>
              </a:ext>
            </a:extLst>
          </p:cNvPr>
          <p:cNvGraphicFramePr/>
          <p:nvPr>
            <p:extLst>
              <p:ext uri="{D42A27DB-BD31-4B8C-83A1-F6EECF244321}">
                <p14:modId xmlns:p14="http://schemas.microsoft.com/office/powerpoint/2010/main" val="1296749387"/>
              </p:ext>
            </p:extLst>
          </p:nvPr>
        </p:nvGraphicFramePr>
        <p:xfrm>
          <a:off x="609599" y="179242"/>
          <a:ext cx="3039615" cy="9977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058403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798C2-0954-D681-AEB5-ACFE9E545EA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5286135-4306-3472-B5F2-4256F8E618EC}"/>
              </a:ext>
            </a:extLst>
          </p:cNvPr>
          <p:cNvSpPr txBox="1"/>
          <p:nvPr/>
        </p:nvSpPr>
        <p:spPr>
          <a:xfrm>
            <a:off x="4576191" y="1015831"/>
            <a:ext cx="2924198" cy="369332"/>
          </a:xfrm>
          <a:prstGeom prst="rect">
            <a:avLst/>
          </a:prstGeom>
          <a:noFill/>
        </p:spPr>
        <p:txBody>
          <a:bodyPr wrap="none" rtlCol="0">
            <a:spAutoFit/>
          </a:bodyPr>
          <a:lstStyle/>
          <a:p>
            <a:r>
              <a:rPr lang="en-US" dirty="0">
                <a:latin typeface="Arial Narrow" panose="020B0606020202030204" pitchFamily="34" charset="0"/>
              </a:rPr>
              <a:t>Control Idea/</a:t>
            </a:r>
            <a:r>
              <a:rPr lang="en-US" dirty="0">
                <a:solidFill>
                  <a:schemeClr val="accent1"/>
                </a:solidFill>
                <a:latin typeface="Arial Narrow" panose="020B0606020202030204" pitchFamily="34" charset="0"/>
              </a:rPr>
              <a:t>Ý </a:t>
            </a:r>
            <a:r>
              <a:rPr lang="en-US" dirty="0" err="1">
                <a:solidFill>
                  <a:schemeClr val="accent1"/>
                </a:solidFill>
                <a:latin typeface="Arial Narrow" panose="020B0606020202030204" pitchFamily="34" charset="0"/>
              </a:rPr>
              <a:t>tưởng</a:t>
            </a:r>
            <a:r>
              <a:rPr lang="en-US" dirty="0">
                <a:solidFill>
                  <a:schemeClr val="accent1"/>
                </a:solidFill>
                <a:latin typeface="Arial Narrow" panose="020B0606020202030204" pitchFamily="34" charset="0"/>
              </a:rPr>
              <a:t> </a:t>
            </a:r>
            <a:r>
              <a:rPr lang="en-US" dirty="0" err="1">
                <a:solidFill>
                  <a:schemeClr val="accent1"/>
                </a:solidFill>
                <a:latin typeface="Arial Narrow" panose="020B0606020202030204" pitchFamily="34" charset="0"/>
              </a:rPr>
              <a:t>điều</a:t>
            </a:r>
            <a:r>
              <a:rPr lang="en-US" dirty="0">
                <a:solidFill>
                  <a:schemeClr val="accent1"/>
                </a:solidFill>
                <a:latin typeface="Arial Narrow" panose="020B0606020202030204" pitchFamily="34" charset="0"/>
              </a:rPr>
              <a:t> </a:t>
            </a:r>
            <a:r>
              <a:rPr lang="en-US" dirty="0" err="1">
                <a:solidFill>
                  <a:schemeClr val="accent1"/>
                </a:solidFill>
                <a:latin typeface="Arial Narrow" panose="020B0606020202030204" pitchFamily="34" charset="0"/>
              </a:rPr>
              <a:t>khiển</a:t>
            </a:r>
            <a:endParaRPr lang="en-US" dirty="0">
              <a:solidFill>
                <a:schemeClr val="accent1"/>
              </a:solidFill>
              <a:latin typeface="Arial Narrow" panose="020B0606020202030204" pitchFamily="34" charset="0"/>
            </a:endParaRPr>
          </a:p>
        </p:txBody>
      </p:sp>
      <p:graphicFrame>
        <p:nvGraphicFramePr>
          <p:cNvPr id="22" name="Table 21">
            <a:extLst>
              <a:ext uri="{FF2B5EF4-FFF2-40B4-BE49-F238E27FC236}">
                <a16:creationId xmlns:a16="http://schemas.microsoft.com/office/drawing/2014/main" id="{86E68F47-939B-8C7A-6F41-C9C268BF240B}"/>
              </a:ext>
            </a:extLst>
          </p:cNvPr>
          <p:cNvGraphicFramePr>
            <a:graphicFrameLocks noGrp="1"/>
          </p:cNvGraphicFramePr>
          <p:nvPr/>
        </p:nvGraphicFramePr>
        <p:xfrm>
          <a:off x="654518" y="1450056"/>
          <a:ext cx="11184556" cy="5066247"/>
        </p:xfrm>
        <a:graphic>
          <a:graphicData uri="http://schemas.openxmlformats.org/drawingml/2006/table">
            <a:tbl>
              <a:tblPr firstRow="1" bandRow="1">
                <a:tableStyleId>{5C22544A-7EE6-4342-B048-85BDC9FD1C3A}</a:tableStyleId>
              </a:tblPr>
              <a:tblGrid>
                <a:gridCol w="5592278">
                  <a:extLst>
                    <a:ext uri="{9D8B030D-6E8A-4147-A177-3AD203B41FA5}">
                      <a16:colId xmlns:a16="http://schemas.microsoft.com/office/drawing/2014/main" val="597099992"/>
                    </a:ext>
                  </a:extLst>
                </a:gridCol>
                <a:gridCol w="5592278">
                  <a:extLst>
                    <a:ext uri="{9D8B030D-6E8A-4147-A177-3AD203B41FA5}">
                      <a16:colId xmlns:a16="http://schemas.microsoft.com/office/drawing/2014/main" val="647575799"/>
                    </a:ext>
                  </a:extLst>
                </a:gridCol>
              </a:tblGrid>
              <a:tr h="5066247">
                <a:tc>
                  <a:txBody>
                    <a:bodyPr/>
                    <a:lstStyle/>
                    <a:p>
                      <a:endParaRPr lang="en-US" dirty="0"/>
                    </a:p>
                  </a:txBody>
                  <a:tcPr/>
                </a:tc>
                <a:tc>
                  <a:txBody>
                    <a:bodyPr/>
                    <a:lstStyle/>
                    <a:p>
                      <a:endParaRPr lang="en-US" dirty="0"/>
                    </a:p>
                  </a:txBody>
                  <a:tcPr>
                    <a:solidFill>
                      <a:schemeClr val="accent3">
                        <a:lumMod val="20000"/>
                        <a:lumOff val="80000"/>
                      </a:schemeClr>
                    </a:solidFill>
                  </a:tcPr>
                </a:tc>
                <a:extLst>
                  <a:ext uri="{0D108BD9-81ED-4DB2-BD59-A6C34878D82A}">
                    <a16:rowId xmlns:a16="http://schemas.microsoft.com/office/drawing/2014/main" val="3325512391"/>
                  </a:ext>
                </a:extLst>
              </a:tr>
            </a:tbl>
          </a:graphicData>
        </a:graphic>
      </p:graphicFrame>
      <p:sp>
        <p:nvSpPr>
          <p:cNvPr id="15" name="TextBox 14">
            <a:extLst>
              <a:ext uri="{FF2B5EF4-FFF2-40B4-BE49-F238E27FC236}">
                <a16:creationId xmlns:a16="http://schemas.microsoft.com/office/drawing/2014/main" id="{BF249ADC-F219-E5F0-354D-24C2D78A6F4B}"/>
              </a:ext>
            </a:extLst>
          </p:cNvPr>
          <p:cNvSpPr txBox="1"/>
          <p:nvPr/>
        </p:nvSpPr>
        <p:spPr>
          <a:xfrm>
            <a:off x="6759949" y="1646079"/>
            <a:ext cx="2509177" cy="369332"/>
          </a:xfrm>
          <a:prstGeom prst="rect">
            <a:avLst/>
          </a:prstGeom>
          <a:noFill/>
        </p:spPr>
        <p:txBody>
          <a:bodyPr wrap="square" rtlCol="0">
            <a:spAutoFit/>
          </a:bodyPr>
          <a:lstStyle/>
          <a:p>
            <a:r>
              <a:rPr lang="en-US" dirty="0">
                <a:latin typeface="Arial Narrow" panose="020B0606020202030204" pitchFamily="34" charset="0"/>
              </a:rPr>
              <a:t>Station/</a:t>
            </a:r>
            <a:r>
              <a:rPr lang="en-US" dirty="0" err="1">
                <a:solidFill>
                  <a:schemeClr val="accent1"/>
                </a:solidFill>
                <a:latin typeface="Arial Narrow" panose="020B0606020202030204" pitchFamily="34" charset="0"/>
              </a:rPr>
              <a:t>Trạm</a:t>
            </a:r>
            <a:r>
              <a:rPr lang="en-US" dirty="0">
                <a:solidFill>
                  <a:schemeClr val="accent1"/>
                </a:solidFill>
                <a:latin typeface="Arial Narrow" panose="020B0606020202030204" pitchFamily="34" charset="0"/>
              </a:rPr>
              <a:t> </a:t>
            </a:r>
            <a:r>
              <a:rPr lang="en-US" dirty="0" err="1">
                <a:solidFill>
                  <a:schemeClr val="accent1"/>
                </a:solidFill>
                <a:latin typeface="Arial Narrow" panose="020B0606020202030204" pitchFamily="34" charset="0"/>
              </a:rPr>
              <a:t>lấy</a:t>
            </a:r>
            <a:r>
              <a:rPr lang="en-US" dirty="0">
                <a:solidFill>
                  <a:schemeClr val="accent1"/>
                </a:solidFill>
                <a:latin typeface="Arial Narrow" panose="020B0606020202030204" pitchFamily="34" charset="0"/>
              </a:rPr>
              <a:t> bi</a:t>
            </a:r>
          </a:p>
        </p:txBody>
      </p:sp>
      <p:sp>
        <p:nvSpPr>
          <p:cNvPr id="20" name="TextBox 19">
            <a:extLst>
              <a:ext uri="{FF2B5EF4-FFF2-40B4-BE49-F238E27FC236}">
                <a16:creationId xmlns:a16="http://schemas.microsoft.com/office/drawing/2014/main" id="{96323ECE-DA71-7E1B-4BDE-3477A2BC821F}"/>
              </a:ext>
            </a:extLst>
          </p:cNvPr>
          <p:cNvSpPr txBox="1"/>
          <p:nvPr/>
        </p:nvSpPr>
        <p:spPr>
          <a:xfrm>
            <a:off x="6343445" y="2005981"/>
            <a:ext cx="5529516" cy="1938992"/>
          </a:xfrm>
          <a:prstGeom prst="rect">
            <a:avLst/>
          </a:prstGeom>
          <a:noFill/>
        </p:spPr>
        <p:txBody>
          <a:bodyPr wrap="square" rtlCol="0">
            <a:spAutoFit/>
          </a:bodyPr>
          <a:lstStyle/>
          <a:p>
            <a:r>
              <a:rPr lang="en-US" dirty="0"/>
              <a:t>When the vehicle arrives at the Station, the ultrasonic sensor measures the distance; if it is &lt;3 cm, the vehicle stops and activates the ball retrieval mechanism. After 2s, the vehicle reverses, then continues to handle </a:t>
            </a:r>
            <a:r>
              <a:rPr lang="en-US" dirty="0">
                <a:latin typeface="Arial Narrow" panose="020B0606020202030204" pitchFamily="34" charset="0"/>
              </a:rPr>
              <a:t>three-way junction</a:t>
            </a:r>
            <a:r>
              <a:rPr lang="en-US" dirty="0"/>
              <a:t>.</a:t>
            </a:r>
          </a:p>
          <a:p>
            <a:r>
              <a:rPr lang="vi-VN" sz="1600" dirty="0">
                <a:solidFill>
                  <a:schemeClr val="accent1"/>
                </a:solidFill>
              </a:rPr>
              <a:t>Khi xe đến Station, cảm biến siêu âm đo khoảng cách; nếu &lt;3 cm, xe dừng và kích hoạt cơ cấu lấy bi. Sau 2</a:t>
            </a:r>
            <a:r>
              <a:rPr lang="en-US" sz="1600" dirty="0">
                <a:solidFill>
                  <a:schemeClr val="accent1"/>
                </a:solidFill>
              </a:rPr>
              <a:t>s</a:t>
            </a:r>
            <a:r>
              <a:rPr lang="vi-VN" sz="1600" dirty="0">
                <a:solidFill>
                  <a:schemeClr val="accent1"/>
                </a:solidFill>
              </a:rPr>
              <a:t>, xe lùi lại, rồi tiếp tục xử lý ngã</a:t>
            </a:r>
            <a:r>
              <a:rPr lang="en-US" sz="1600" dirty="0">
                <a:solidFill>
                  <a:schemeClr val="accent1"/>
                </a:solidFill>
              </a:rPr>
              <a:t> 3</a:t>
            </a:r>
            <a:r>
              <a:rPr lang="vi-VN" sz="1600" dirty="0">
                <a:solidFill>
                  <a:schemeClr val="accent1"/>
                </a:solidFill>
              </a:rPr>
              <a:t>.</a:t>
            </a:r>
            <a:endParaRPr lang="en-US" sz="1600" dirty="0">
              <a:solidFill>
                <a:schemeClr val="accent1"/>
              </a:solidFill>
              <a:latin typeface="Arial Narrow" panose="020B0606020202030204" pitchFamily="34" charset="0"/>
            </a:endParaRPr>
          </a:p>
        </p:txBody>
      </p:sp>
      <p:pic>
        <p:nvPicPr>
          <p:cNvPr id="26" name="Picture 25">
            <a:extLst>
              <a:ext uri="{FF2B5EF4-FFF2-40B4-BE49-F238E27FC236}">
                <a16:creationId xmlns:a16="http://schemas.microsoft.com/office/drawing/2014/main" id="{FD48A2BF-B9E1-A69B-5BB7-4F24FEA6C697}"/>
              </a:ext>
            </a:extLst>
          </p:cNvPr>
          <p:cNvPicPr>
            <a:picLocks noChangeAspect="1"/>
          </p:cNvPicPr>
          <p:nvPr/>
        </p:nvPicPr>
        <p:blipFill>
          <a:blip r:embed="rId3">
            <a:extLst>
              <a:ext uri="{28A0092B-C50C-407E-A947-70E740481C1C}">
                <a14:useLocalDpi xmlns:a14="http://schemas.microsoft.com/office/drawing/2010/main" val="0"/>
              </a:ext>
            </a:extLst>
          </a:blip>
          <a:srcRect r="35985"/>
          <a:stretch>
            <a:fillRect/>
          </a:stretch>
        </p:blipFill>
        <p:spPr>
          <a:xfrm>
            <a:off x="654518" y="1450056"/>
            <a:ext cx="5587265" cy="5045303"/>
          </a:xfrm>
          <a:prstGeom prst="rect">
            <a:avLst/>
          </a:prstGeom>
        </p:spPr>
      </p:pic>
      <p:sp>
        <p:nvSpPr>
          <p:cNvPr id="29" name="Oval 28">
            <a:extLst>
              <a:ext uri="{FF2B5EF4-FFF2-40B4-BE49-F238E27FC236}">
                <a16:creationId xmlns:a16="http://schemas.microsoft.com/office/drawing/2014/main" id="{7468DDE5-60BE-81CD-9491-85909A964EFB}"/>
              </a:ext>
            </a:extLst>
          </p:cNvPr>
          <p:cNvSpPr/>
          <p:nvPr/>
        </p:nvSpPr>
        <p:spPr>
          <a:xfrm>
            <a:off x="2524123" y="1450056"/>
            <a:ext cx="324465" cy="33429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Narrow" panose="020B0606020202030204" pitchFamily="34" charset="0"/>
              </a:rPr>
              <a:t>4</a:t>
            </a:r>
          </a:p>
        </p:txBody>
      </p:sp>
      <p:sp>
        <p:nvSpPr>
          <p:cNvPr id="30" name="Oval 29">
            <a:extLst>
              <a:ext uri="{FF2B5EF4-FFF2-40B4-BE49-F238E27FC236}">
                <a16:creationId xmlns:a16="http://schemas.microsoft.com/office/drawing/2014/main" id="{173353FD-4745-5D1F-6E91-BC876748AB9F}"/>
              </a:ext>
            </a:extLst>
          </p:cNvPr>
          <p:cNvSpPr/>
          <p:nvPr/>
        </p:nvSpPr>
        <p:spPr>
          <a:xfrm>
            <a:off x="4848905" y="2179050"/>
            <a:ext cx="324465" cy="33429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Narrow" panose="020B0606020202030204" pitchFamily="34" charset="0"/>
              </a:rPr>
              <a:t>5</a:t>
            </a:r>
          </a:p>
        </p:txBody>
      </p:sp>
      <p:sp>
        <p:nvSpPr>
          <p:cNvPr id="3" name="Oval 2">
            <a:extLst>
              <a:ext uri="{FF2B5EF4-FFF2-40B4-BE49-F238E27FC236}">
                <a16:creationId xmlns:a16="http://schemas.microsoft.com/office/drawing/2014/main" id="{B420769E-0A92-1FDE-49EA-04B3999620C3}"/>
              </a:ext>
            </a:extLst>
          </p:cNvPr>
          <p:cNvSpPr/>
          <p:nvPr/>
        </p:nvSpPr>
        <p:spPr>
          <a:xfrm>
            <a:off x="6383742" y="1620076"/>
            <a:ext cx="324465" cy="33429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Narrow" panose="020B0606020202030204" pitchFamily="34" charset="0"/>
              </a:rPr>
              <a:t>4</a:t>
            </a:r>
          </a:p>
        </p:txBody>
      </p:sp>
      <p:sp>
        <p:nvSpPr>
          <p:cNvPr id="7" name="Oval 6">
            <a:extLst>
              <a:ext uri="{FF2B5EF4-FFF2-40B4-BE49-F238E27FC236}">
                <a16:creationId xmlns:a16="http://schemas.microsoft.com/office/drawing/2014/main" id="{89A25CAE-F49A-C1B6-8984-B4F7221EEFFA}"/>
              </a:ext>
            </a:extLst>
          </p:cNvPr>
          <p:cNvSpPr/>
          <p:nvPr/>
        </p:nvSpPr>
        <p:spPr>
          <a:xfrm>
            <a:off x="6383741" y="4213334"/>
            <a:ext cx="324465" cy="33429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Narrow" panose="020B0606020202030204" pitchFamily="34" charset="0"/>
              </a:rPr>
              <a:t>5</a:t>
            </a:r>
          </a:p>
        </p:txBody>
      </p:sp>
      <p:sp>
        <p:nvSpPr>
          <p:cNvPr id="8" name="TextBox 7">
            <a:extLst>
              <a:ext uri="{FF2B5EF4-FFF2-40B4-BE49-F238E27FC236}">
                <a16:creationId xmlns:a16="http://schemas.microsoft.com/office/drawing/2014/main" id="{B345A055-817E-AA4C-482D-57C433D7D641}"/>
              </a:ext>
            </a:extLst>
          </p:cNvPr>
          <p:cNvSpPr txBox="1"/>
          <p:nvPr/>
        </p:nvSpPr>
        <p:spPr>
          <a:xfrm>
            <a:off x="6759949" y="4230231"/>
            <a:ext cx="2509177" cy="369332"/>
          </a:xfrm>
          <a:prstGeom prst="rect">
            <a:avLst/>
          </a:prstGeom>
          <a:noFill/>
        </p:spPr>
        <p:txBody>
          <a:bodyPr wrap="square" rtlCol="0">
            <a:spAutoFit/>
          </a:bodyPr>
          <a:lstStyle/>
          <a:p>
            <a:r>
              <a:rPr lang="en-US" dirty="0">
                <a:latin typeface="Arial Narrow" panose="020B0606020202030204" pitchFamily="34" charset="0"/>
              </a:rPr>
              <a:t>Curve/</a:t>
            </a:r>
            <a:r>
              <a:rPr lang="en-US" dirty="0">
                <a:solidFill>
                  <a:schemeClr val="accent1"/>
                </a:solidFill>
                <a:latin typeface="Arial Narrow" panose="020B0606020202030204" pitchFamily="34" charset="0"/>
              </a:rPr>
              <a:t>Khúc </a:t>
            </a:r>
            <a:r>
              <a:rPr lang="en-US" dirty="0" err="1">
                <a:solidFill>
                  <a:schemeClr val="accent1"/>
                </a:solidFill>
                <a:latin typeface="Arial Narrow" panose="020B0606020202030204" pitchFamily="34" charset="0"/>
              </a:rPr>
              <a:t>cua</a:t>
            </a:r>
            <a:endParaRPr lang="en-US" dirty="0">
              <a:solidFill>
                <a:schemeClr val="accent1"/>
              </a:solidFill>
              <a:latin typeface="Arial Narrow" panose="020B0606020202030204" pitchFamily="34" charset="0"/>
            </a:endParaRPr>
          </a:p>
        </p:txBody>
      </p:sp>
      <p:sp>
        <p:nvSpPr>
          <p:cNvPr id="9" name="TextBox 8">
            <a:extLst>
              <a:ext uri="{FF2B5EF4-FFF2-40B4-BE49-F238E27FC236}">
                <a16:creationId xmlns:a16="http://schemas.microsoft.com/office/drawing/2014/main" id="{3718DA3D-CB79-35A0-1F8D-0CC01DA8232E}"/>
              </a:ext>
            </a:extLst>
          </p:cNvPr>
          <p:cNvSpPr txBox="1"/>
          <p:nvPr/>
        </p:nvSpPr>
        <p:spPr>
          <a:xfrm>
            <a:off x="6360389" y="4591374"/>
            <a:ext cx="5529516" cy="1415772"/>
          </a:xfrm>
          <a:prstGeom prst="rect">
            <a:avLst/>
          </a:prstGeom>
          <a:noFill/>
        </p:spPr>
        <p:txBody>
          <a:bodyPr wrap="square" rtlCol="0">
            <a:spAutoFit/>
          </a:bodyPr>
          <a:lstStyle/>
          <a:p>
            <a:r>
              <a:rPr lang="en-US" dirty="0"/>
              <a:t>Classify sensor states into light command levels (011) and strong command levels (001) to adjust speed, slow down to execute smooth turns</a:t>
            </a:r>
            <a:r>
              <a:rPr lang="en-US" b="1" dirty="0"/>
              <a:t>.</a:t>
            </a:r>
          </a:p>
          <a:p>
            <a:r>
              <a:rPr lang="en-US" sz="1600" dirty="0" err="1">
                <a:solidFill>
                  <a:schemeClr val="accent1"/>
                </a:solidFill>
              </a:rPr>
              <a:t>Phân</a:t>
            </a:r>
            <a:r>
              <a:rPr lang="en-US" sz="1600" dirty="0">
                <a:solidFill>
                  <a:schemeClr val="accent1"/>
                </a:solidFill>
              </a:rPr>
              <a:t> </a:t>
            </a:r>
            <a:r>
              <a:rPr lang="en-US" sz="1600" dirty="0" err="1">
                <a:solidFill>
                  <a:schemeClr val="accent1"/>
                </a:solidFill>
              </a:rPr>
              <a:t>loại</a:t>
            </a:r>
            <a:r>
              <a:rPr lang="en-US" sz="1600" dirty="0">
                <a:solidFill>
                  <a:schemeClr val="accent1"/>
                </a:solidFill>
              </a:rPr>
              <a:t> </a:t>
            </a:r>
            <a:r>
              <a:rPr lang="en-US" sz="1600" dirty="0" err="1">
                <a:solidFill>
                  <a:schemeClr val="accent1"/>
                </a:solidFill>
              </a:rPr>
              <a:t>trạng</a:t>
            </a:r>
            <a:r>
              <a:rPr lang="en-US" sz="1600" dirty="0">
                <a:solidFill>
                  <a:schemeClr val="accent1"/>
                </a:solidFill>
              </a:rPr>
              <a:t> </a:t>
            </a:r>
            <a:r>
              <a:rPr lang="en-US" sz="1600" dirty="0" err="1">
                <a:solidFill>
                  <a:schemeClr val="accent1"/>
                </a:solidFill>
              </a:rPr>
              <a:t>thái</a:t>
            </a:r>
            <a:r>
              <a:rPr lang="en-US" sz="1600" dirty="0">
                <a:solidFill>
                  <a:schemeClr val="accent1"/>
                </a:solidFill>
              </a:rPr>
              <a:t> </a:t>
            </a:r>
            <a:r>
              <a:rPr lang="en-US" sz="1600" dirty="0" err="1">
                <a:solidFill>
                  <a:schemeClr val="accent1"/>
                </a:solidFill>
              </a:rPr>
              <a:t>cảm</a:t>
            </a:r>
            <a:r>
              <a:rPr lang="en-US" sz="1600" dirty="0">
                <a:solidFill>
                  <a:schemeClr val="accent1"/>
                </a:solidFill>
              </a:rPr>
              <a:t> </a:t>
            </a:r>
            <a:r>
              <a:rPr lang="en-US" sz="1600" dirty="0" err="1">
                <a:solidFill>
                  <a:schemeClr val="accent1"/>
                </a:solidFill>
              </a:rPr>
              <a:t>biến</a:t>
            </a:r>
            <a:r>
              <a:rPr lang="en-US" sz="1600" dirty="0">
                <a:solidFill>
                  <a:schemeClr val="accent1"/>
                </a:solidFill>
              </a:rPr>
              <a:t> </a:t>
            </a:r>
            <a:r>
              <a:rPr lang="en-US" sz="1600" dirty="0" err="1">
                <a:solidFill>
                  <a:schemeClr val="accent1"/>
                </a:solidFill>
              </a:rPr>
              <a:t>thành</a:t>
            </a:r>
            <a:r>
              <a:rPr lang="en-US" sz="1600" dirty="0">
                <a:solidFill>
                  <a:schemeClr val="accent1"/>
                </a:solidFill>
              </a:rPr>
              <a:t> </a:t>
            </a:r>
            <a:r>
              <a:rPr lang="en-US" sz="1600" dirty="0" err="1">
                <a:solidFill>
                  <a:schemeClr val="accent1"/>
                </a:solidFill>
              </a:rPr>
              <a:t>các</a:t>
            </a:r>
            <a:r>
              <a:rPr lang="en-US" sz="1600" dirty="0">
                <a:solidFill>
                  <a:schemeClr val="accent1"/>
                </a:solidFill>
              </a:rPr>
              <a:t> </a:t>
            </a:r>
            <a:r>
              <a:rPr lang="en-US" sz="1600" dirty="0" err="1">
                <a:solidFill>
                  <a:schemeClr val="accent1"/>
                </a:solidFill>
              </a:rPr>
              <a:t>mức</a:t>
            </a:r>
            <a:r>
              <a:rPr lang="en-US" sz="1600" dirty="0">
                <a:solidFill>
                  <a:schemeClr val="accent1"/>
                </a:solidFill>
              </a:rPr>
              <a:t> </a:t>
            </a:r>
            <a:r>
              <a:rPr lang="en-US" sz="1600" dirty="0" err="1">
                <a:solidFill>
                  <a:schemeClr val="accent1"/>
                </a:solidFill>
              </a:rPr>
              <a:t>lệch</a:t>
            </a:r>
            <a:r>
              <a:rPr lang="en-US" sz="1600" dirty="0">
                <a:solidFill>
                  <a:schemeClr val="accent1"/>
                </a:solidFill>
              </a:rPr>
              <a:t> </a:t>
            </a:r>
            <a:r>
              <a:rPr lang="en-US" sz="1600" dirty="0" err="1">
                <a:solidFill>
                  <a:schemeClr val="accent1"/>
                </a:solidFill>
              </a:rPr>
              <a:t>nhẹ</a:t>
            </a:r>
            <a:r>
              <a:rPr lang="en-US" sz="1600" dirty="0">
                <a:solidFill>
                  <a:schemeClr val="accent1"/>
                </a:solidFill>
              </a:rPr>
              <a:t>(011), </a:t>
            </a:r>
            <a:r>
              <a:rPr lang="en-US" sz="1600" dirty="0" err="1">
                <a:solidFill>
                  <a:schemeClr val="accent1"/>
                </a:solidFill>
              </a:rPr>
              <a:t>lệch</a:t>
            </a:r>
            <a:r>
              <a:rPr lang="en-US" sz="1600" dirty="0">
                <a:solidFill>
                  <a:schemeClr val="accent1"/>
                </a:solidFill>
              </a:rPr>
              <a:t> </a:t>
            </a:r>
            <a:r>
              <a:rPr lang="en-US" sz="1600" dirty="0" err="1">
                <a:solidFill>
                  <a:schemeClr val="accent1"/>
                </a:solidFill>
              </a:rPr>
              <a:t>mạnh</a:t>
            </a:r>
            <a:r>
              <a:rPr lang="en-US" sz="1600" dirty="0">
                <a:solidFill>
                  <a:schemeClr val="accent1"/>
                </a:solidFill>
              </a:rPr>
              <a:t>(001) </a:t>
            </a:r>
            <a:r>
              <a:rPr lang="en-US" sz="1600" dirty="0" err="1">
                <a:solidFill>
                  <a:schemeClr val="accent1"/>
                </a:solidFill>
              </a:rPr>
              <a:t>để</a:t>
            </a:r>
            <a:r>
              <a:rPr lang="en-US" sz="1600" dirty="0">
                <a:solidFill>
                  <a:schemeClr val="accent1"/>
                </a:solidFill>
              </a:rPr>
              <a:t> </a:t>
            </a:r>
            <a:r>
              <a:rPr lang="en-US" sz="1600" dirty="0" err="1">
                <a:solidFill>
                  <a:schemeClr val="accent1"/>
                </a:solidFill>
              </a:rPr>
              <a:t>điều</a:t>
            </a:r>
            <a:r>
              <a:rPr lang="en-US" sz="1600" dirty="0">
                <a:solidFill>
                  <a:schemeClr val="accent1"/>
                </a:solidFill>
              </a:rPr>
              <a:t> </a:t>
            </a:r>
            <a:r>
              <a:rPr lang="en-US" sz="1600" dirty="0" err="1">
                <a:solidFill>
                  <a:schemeClr val="accent1"/>
                </a:solidFill>
              </a:rPr>
              <a:t>chỉnh</a:t>
            </a:r>
            <a:r>
              <a:rPr lang="en-US" sz="1600" dirty="0">
                <a:solidFill>
                  <a:schemeClr val="accent1"/>
                </a:solidFill>
              </a:rPr>
              <a:t> </a:t>
            </a:r>
            <a:r>
              <a:rPr lang="en-US" sz="1600" dirty="0" err="1">
                <a:solidFill>
                  <a:schemeClr val="accent1"/>
                </a:solidFill>
              </a:rPr>
              <a:t>tốc</a:t>
            </a:r>
            <a:r>
              <a:rPr lang="en-US" sz="1600" dirty="0">
                <a:solidFill>
                  <a:schemeClr val="accent1"/>
                </a:solidFill>
              </a:rPr>
              <a:t> </a:t>
            </a:r>
            <a:r>
              <a:rPr lang="en-US" sz="1600" dirty="0" err="1">
                <a:solidFill>
                  <a:schemeClr val="accent1"/>
                </a:solidFill>
              </a:rPr>
              <a:t>độ</a:t>
            </a:r>
            <a:r>
              <a:rPr lang="en-US" sz="1600" dirty="0">
                <a:solidFill>
                  <a:schemeClr val="accent1"/>
                </a:solidFill>
              </a:rPr>
              <a:t>, </a:t>
            </a:r>
            <a:r>
              <a:rPr lang="en-US" sz="1600" dirty="0" err="1">
                <a:solidFill>
                  <a:schemeClr val="accent1"/>
                </a:solidFill>
              </a:rPr>
              <a:t>giảm</a:t>
            </a:r>
            <a:r>
              <a:rPr lang="en-US" sz="1600" dirty="0">
                <a:solidFill>
                  <a:schemeClr val="accent1"/>
                </a:solidFill>
              </a:rPr>
              <a:t> </a:t>
            </a:r>
            <a:r>
              <a:rPr lang="en-US" sz="1600" dirty="0" err="1">
                <a:solidFill>
                  <a:schemeClr val="accent1"/>
                </a:solidFill>
              </a:rPr>
              <a:t>tốc</a:t>
            </a:r>
            <a:r>
              <a:rPr lang="en-US" sz="1600" dirty="0">
                <a:solidFill>
                  <a:schemeClr val="accent1"/>
                </a:solidFill>
              </a:rPr>
              <a:t> </a:t>
            </a:r>
            <a:r>
              <a:rPr lang="en-US" sz="1600" dirty="0" err="1">
                <a:solidFill>
                  <a:schemeClr val="accent1"/>
                </a:solidFill>
              </a:rPr>
              <a:t>để</a:t>
            </a:r>
            <a:r>
              <a:rPr lang="en-US" sz="1600" dirty="0">
                <a:solidFill>
                  <a:schemeClr val="accent1"/>
                </a:solidFill>
              </a:rPr>
              <a:t> </a:t>
            </a:r>
            <a:r>
              <a:rPr lang="en-US" sz="1600" dirty="0" err="1">
                <a:solidFill>
                  <a:schemeClr val="accent1"/>
                </a:solidFill>
              </a:rPr>
              <a:t>thực</a:t>
            </a:r>
            <a:r>
              <a:rPr lang="en-US" sz="1600" dirty="0">
                <a:solidFill>
                  <a:schemeClr val="accent1"/>
                </a:solidFill>
              </a:rPr>
              <a:t> </a:t>
            </a:r>
            <a:r>
              <a:rPr lang="en-US" sz="1600" dirty="0" err="1">
                <a:solidFill>
                  <a:schemeClr val="accent1"/>
                </a:solidFill>
              </a:rPr>
              <a:t>hiện</a:t>
            </a:r>
            <a:r>
              <a:rPr lang="en-US" sz="1600" dirty="0">
                <a:solidFill>
                  <a:schemeClr val="accent1"/>
                </a:solidFill>
              </a:rPr>
              <a:t> </a:t>
            </a:r>
            <a:r>
              <a:rPr lang="en-US" sz="1600" dirty="0" err="1">
                <a:solidFill>
                  <a:schemeClr val="accent1"/>
                </a:solidFill>
              </a:rPr>
              <a:t>cua</a:t>
            </a:r>
            <a:r>
              <a:rPr lang="en-US" sz="1600" dirty="0">
                <a:solidFill>
                  <a:schemeClr val="accent1"/>
                </a:solidFill>
              </a:rPr>
              <a:t> </a:t>
            </a:r>
            <a:r>
              <a:rPr lang="en-US" sz="1600" dirty="0" err="1">
                <a:solidFill>
                  <a:schemeClr val="accent1"/>
                </a:solidFill>
              </a:rPr>
              <a:t>mượt</a:t>
            </a:r>
            <a:r>
              <a:rPr lang="en-US" sz="1600" dirty="0">
                <a:solidFill>
                  <a:schemeClr val="accent1"/>
                </a:solidFill>
              </a:rPr>
              <a:t> </a:t>
            </a:r>
            <a:r>
              <a:rPr lang="en-US" sz="1600" dirty="0" err="1">
                <a:solidFill>
                  <a:schemeClr val="accent1"/>
                </a:solidFill>
              </a:rPr>
              <a:t>mà</a:t>
            </a:r>
            <a:r>
              <a:rPr lang="en-US" sz="1600" dirty="0">
                <a:solidFill>
                  <a:schemeClr val="accent1"/>
                </a:solidFill>
              </a:rPr>
              <a:t>.</a:t>
            </a:r>
            <a:endParaRPr lang="en-US" sz="1600" dirty="0">
              <a:solidFill>
                <a:schemeClr val="accent1"/>
              </a:solidFill>
              <a:latin typeface="Arial Narrow" panose="020B0606020202030204" pitchFamily="34" charset="0"/>
            </a:endParaRPr>
          </a:p>
        </p:txBody>
      </p:sp>
      <p:graphicFrame>
        <p:nvGraphicFramePr>
          <p:cNvPr id="12" name="Diagram 11">
            <a:extLst>
              <a:ext uri="{FF2B5EF4-FFF2-40B4-BE49-F238E27FC236}">
                <a16:creationId xmlns:a16="http://schemas.microsoft.com/office/drawing/2014/main" id="{111749B7-568A-4CA2-1449-445D9B9A43DD}"/>
              </a:ext>
            </a:extLst>
          </p:cNvPr>
          <p:cNvGraphicFramePr/>
          <p:nvPr>
            <p:extLst>
              <p:ext uri="{D42A27DB-BD31-4B8C-83A1-F6EECF244321}">
                <p14:modId xmlns:p14="http://schemas.microsoft.com/office/powerpoint/2010/main" val="1602423591"/>
              </p:ext>
            </p:extLst>
          </p:nvPr>
        </p:nvGraphicFramePr>
        <p:xfrm>
          <a:off x="609599" y="120249"/>
          <a:ext cx="3039615" cy="9977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3929265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674E8-8723-B69B-5D7D-0CF7B6F6840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A6E7065-F7F8-2534-EE05-7563301F66F1}"/>
              </a:ext>
            </a:extLst>
          </p:cNvPr>
          <p:cNvSpPr txBox="1"/>
          <p:nvPr/>
        </p:nvSpPr>
        <p:spPr>
          <a:xfrm>
            <a:off x="4576191" y="1015831"/>
            <a:ext cx="2924198" cy="369332"/>
          </a:xfrm>
          <a:prstGeom prst="rect">
            <a:avLst/>
          </a:prstGeom>
          <a:noFill/>
        </p:spPr>
        <p:txBody>
          <a:bodyPr wrap="none" rtlCol="0">
            <a:spAutoFit/>
          </a:bodyPr>
          <a:lstStyle/>
          <a:p>
            <a:r>
              <a:rPr lang="en-US" dirty="0">
                <a:latin typeface="Arial Narrow" panose="020B0606020202030204" pitchFamily="34" charset="0"/>
              </a:rPr>
              <a:t>Control Idea/</a:t>
            </a:r>
            <a:r>
              <a:rPr lang="en-US" dirty="0">
                <a:solidFill>
                  <a:schemeClr val="accent1"/>
                </a:solidFill>
                <a:latin typeface="Arial Narrow" panose="020B0606020202030204" pitchFamily="34" charset="0"/>
              </a:rPr>
              <a:t>Ý </a:t>
            </a:r>
            <a:r>
              <a:rPr lang="en-US" dirty="0" err="1">
                <a:solidFill>
                  <a:schemeClr val="accent1"/>
                </a:solidFill>
                <a:latin typeface="Arial Narrow" panose="020B0606020202030204" pitchFamily="34" charset="0"/>
              </a:rPr>
              <a:t>tưởng</a:t>
            </a:r>
            <a:r>
              <a:rPr lang="en-US" dirty="0">
                <a:solidFill>
                  <a:schemeClr val="accent1"/>
                </a:solidFill>
                <a:latin typeface="Arial Narrow" panose="020B0606020202030204" pitchFamily="34" charset="0"/>
              </a:rPr>
              <a:t> </a:t>
            </a:r>
            <a:r>
              <a:rPr lang="en-US" dirty="0" err="1">
                <a:solidFill>
                  <a:schemeClr val="accent1"/>
                </a:solidFill>
                <a:latin typeface="Arial Narrow" panose="020B0606020202030204" pitchFamily="34" charset="0"/>
              </a:rPr>
              <a:t>điều</a:t>
            </a:r>
            <a:r>
              <a:rPr lang="en-US" dirty="0">
                <a:solidFill>
                  <a:schemeClr val="accent1"/>
                </a:solidFill>
                <a:latin typeface="Arial Narrow" panose="020B0606020202030204" pitchFamily="34" charset="0"/>
              </a:rPr>
              <a:t> </a:t>
            </a:r>
            <a:r>
              <a:rPr lang="en-US" dirty="0" err="1">
                <a:solidFill>
                  <a:schemeClr val="accent1"/>
                </a:solidFill>
                <a:latin typeface="Arial Narrow" panose="020B0606020202030204" pitchFamily="34" charset="0"/>
              </a:rPr>
              <a:t>khiển</a:t>
            </a:r>
            <a:endParaRPr lang="en-US" dirty="0">
              <a:solidFill>
                <a:schemeClr val="accent1"/>
              </a:solidFill>
              <a:latin typeface="Arial Narrow" panose="020B0606020202030204" pitchFamily="34" charset="0"/>
            </a:endParaRPr>
          </a:p>
        </p:txBody>
      </p:sp>
      <p:graphicFrame>
        <p:nvGraphicFramePr>
          <p:cNvPr id="22" name="Table 21">
            <a:extLst>
              <a:ext uri="{FF2B5EF4-FFF2-40B4-BE49-F238E27FC236}">
                <a16:creationId xmlns:a16="http://schemas.microsoft.com/office/drawing/2014/main" id="{8459D87C-9DB2-BFA1-37AE-ECED38DAE56D}"/>
              </a:ext>
            </a:extLst>
          </p:cNvPr>
          <p:cNvGraphicFramePr>
            <a:graphicFrameLocks noGrp="1"/>
          </p:cNvGraphicFramePr>
          <p:nvPr/>
        </p:nvGraphicFramePr>
        <p:xfrm>
          <a:off x="654518" y="1450056"/>
          <a:ext cx="11184556" cy="5066247"/>
        </p:xfrm>
        <a:graphic>
          <a:graphicData uri="http://schemas.openxmlformats.org/drawingml/2006/table">
            <a:tbl>
              <a:tblPr firstRow="1" bandRow="1">
                <a:tableStyleId>{5C22544A-7EE6-4342-B048-85BDC9FD1C3A}</a:tableStyleId>
              </a:tblPr>
              <a:tblGrid>
                <a:gridCol w="5592278">
                  <a:extLst>
                    <a:ext uri="{9D8B030D-6E8A-4147-A177-3AD203B41FA5}">
                      <a16:colId xmlns:a16="http://schemas.microsoft.com/office/drawing/2014/main" val="597099992"/>
                    </a:ext>
                  </a:extLst>
                </a:gridCol>
                <a:gridCol w="5592278">
                  <a:extLst>
                    <a:ext uri="{9D8B030D-6E8A-4147-A177-3AD203B41FA5}">
                      <a16:colId xmlns:a16="http://schemas.microsoft.com/office/drawing/2014/main" val="647575799"/>
                    </a:ext>
                  </a:extLst>
                </a:gridCol>
              </a:tblGrid>
              <a:tr h="5066247">
                <a:tc>
                  <a:txBody>
                    <a:bodyPr/>
                    <a:lstStyle/>
                    <a:p>
                      <a:endParaRPr lang="en-US" dirty="0"/>
                    </a:p>
                  </a:txBody>
                  <a:tcPr/>
                </a:tc>
                <a:tc>
                  <a:txBody>
                    <a:bodyPr/>
                    <a:lstStyle/>
                    <a:p>
                      <a:endParaRPr lang="en-US" dirty="0"/>
                    </a:p>
                  </a:txBody>
                  <a:tcPr>
                    <a:solidFill>
                      <a:schemeClr val="accent3">
                        <a:lumMod val="20000"/>
                        <a:lumOff val="80000"/>
                      </a:schemeClr>
                    </a:solidFill>
                  </a:tcPr>
                </a:tc>
                <a:extLst>
                  <a:ext uri="{0D108BD9-81ED-4DB2-BD59-A6C34878D82A}">
                    <a16:rowId xmlns:a16="http://schemas.microsoft.com/office/drawing/2014/main" val="3325512391"/>
                  </a:ext>
                </a:extLst>
              </a:tr>
            </a:tbl>
          </a:graphicData>
        </a:graphic>
      </p:graphicFrame>
      <p:sp>
        <p:nvSpPr>
          <p:cNvPr id="15" name="TextBox 14">
            <a:extLst>
              <a:ext uri="{FF2B5EF4-FFF2-40B4-BE49-F238E27FC236}">
                <a16:creationId xmlns:a16="http://schemas.microsoft.com/office/drawing/2014/main" id="{F3EA3E2D-22D5-2733-8E95-CA81029536EA}"/>
              </a:ext>
            </a:extLst>
          </p:cNvPr>
          <p:cNvSpPr txBox="1"/>
          <p:nvPr/>
        </p:nvSpPr>
        <p:spPr>
          <a:xfrm>
            <a:off x="6759949" y="1646079"/>
            <a:ext cx="2509177" cy="369332"/>
          </a:xfrm>
          <a:prstGeom prst="rect">
            <a:avLst/>
          </a:prstGeom>
          <a:noFill/>
        </p:spPr>
        <p:txBody>
          <a:bodyPr wrap="square" rtlCol="0">
            <a:spAutoFit/>
          </a:bodyPr>
          <a:lstStyle/>
          <a:p>
            <a:r>
              <a:rPr lang="en-US" dirty="0">
                <a:latin typeface="Arial Narrow" panose="020B0606020202030204" pitchFamily="34" charset="0"/>
              </a:rPr>
              <a:t>Intersection/</a:t>
            </a:r>
            <a:r>
              <a:rPr lang="en-US" dirty="0" err="1">
                <a:solidFill>
                  <a:schemeClr val="accent1"/>
                </a:solidFill>
                <a:latin typeface="Arial Narrow" panose="020B0606020202030204" pitchFamily="34" charset="0"/>
              </a:rPr>
              <a:t>Ngã</a:t>
            </a:r>
            <a:r>
              <a:rPr lang="en-US" dirty="0">
                <a:solidFill>
                  <a:schemeClr val="accent1"/>
                </a:solidFill>
                <a:latin typeface="Arial Narrow" panose="020B0606020202030204" pitchFamily="34" charset="0"/>
              </a:rPr>
              <a:t> 4</a:t>
            </a:r>
          </a:p>
        </p:txBody>
      </p:sp>
      <p:sp>
        <p:nvSpPr>
          <p:cNvPr id="20" name="TextBox 19">
            <a:extLst>
              <a:ext uri="{FF2B5EF4-FFF2-40B4-BE49-F238E27FC236}">
                <a16:creationId xmlns:a16="http://schemas.microsoft.com/office/drawing/2014/main" id="{6A33314B-C8FB-8AD7-8F86-88E2B082A3D1}"/>
              </a:ext>
            </a:extLst>
          </p:cNvPr>
          <p:cNvSpPr txBox="1"/>
          <p:nvPr/>
        </p:nvSpPr>
        <p:spPr>
          <a:xfrm>
            <a:off x="6343445" y="1947817"/>
            <a:ext cx="5529516" cy="1938992"/>
          </a:xfrm>
          <a:prstGeom prst="rect">
            <a:avLst/>
          </a:prstGeom>
          <a:noFill/>
        </p:spPr>
        <p:txBody>
          <a:bodyPr wrap="square" rtlCol="0">
            <a:spAutoFit/>
          </a:bodyPr>
          <a:lstStyle/>
          <a:p>
            <a:r>
              <a:rPr lang="en-US" dirty="0"/>
              <a:t>The intersection detection system activates when the sensor = 111. Then temporarily ignore the sensor signal and let the vehicle go straight for 100–200 </a:t>
            </a:r>
            <a:r>
              <a:rPr lang="en-US" dirty="0" err="1"/>
              <a:t>ms</a:t>
            </a:r>
            <a:r>
              <a:rPr lang="en-US" dirty="0"/>
              <a:t> to cross the intersection, then continue following the line normally.</a:t>
            </a:r>
          </a:p>
          <a:p>
            <a:r>
              <a:rPr lang="vi-VN" sz="1600" dirty="0">
                <a:solidFill>
                  <a:schemeClr val="accent1"/>
                </a:solidFill>
              </a:rPr>
              <a:t>Hệ thống nhận diện ngã tư khi cảm biến = 111. Sau đó tạm bỏ qua tín hiệu cảm biến và cho xe đi thẳng trong 100–200 ms để vượt qua giao lộ, rồi tiếp tục bám line bình thường.</a:t>
            </a:r>
          </a:p>
        </p:txBody>
      </p:sp>
      <p:pic>
        <p:nvPicPr>
          <p:cNvPr id="26" name="Picture 25">
            <a:extLst>
              <a:ext uri="{FF2B5EF4-FFF2-40B4-BE49-F238E27FC236}">
                <a16:creationId xmlns:a16="http://schemas.microsoft.com/office/drawing/2014/main" id="{BDD06E71-F769-7E21-ADC7-11073A660457}"/>
              </a:ext>
            </a:extLst>
          </p:cNvPr>
          <p:cNvPicPr>
            <a:picLocks noChangeAspect="1"/>
          </p:cNvPicPr>
          <p:nvPr/>
        </p:nvPicPr>
        <p:blipFill>
          <a:blip r:embed="rId3">
            <a:extLst>
              <a:ext uri="{28A0092B-C50C-407E-A947-70E740481C1C}">
                <a14:useLocalDpi xmlns:a14="http://schemas.microsoft.com/office/drawing/2010/main" val="0"/>
              </a:ext>
            </a:extLst>
          </a:blip>
          <a:srcRect r="35985"/>
          <a:stretch>
            <a:fillRect/>
          </a:stretch>
        </p:blipFill>
        <p:spPr>
          <a:xfrm>
            <a:off x="654518" y="1450056"/>
            <a:ext cx="5587265" cy="5045303"/>
          </a:xfrm>
          <a:prstGeom prst="rect">
            <a:avLst/>
          </a:prstGeom>
        </p:spPr>
      </p:pic>
      <p:sp>
        <p:nvSpPr>
          <p:cNvPr id="32" name="Oval 31">
            <a:extLst>
              <a:ext uri="{FF2B5EF4-FFF2-40B4-BE49-F238E27FC236}">
                <a16:creationId xmlns:a16="http://schemas.microsoft.com/office/drawing/2014/main" id="{38C7497A-9186-9781-D506-EEA3910BB6FD}"/>
              </a:ext>
            </a:extLst>
          </p:cNvPr>
          <p:cNvSpPr/>
          <p:nvPr/>
        </p:nvSpPr>
        <p:spPr>
          <a:xfrm>
            <a:off x="4547001" y="3720820"/>
            <a:ext cx="324465" cy="33429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Narrow" panose="020B0606020202030204" pitchFamily="34" charset="0"/>
              </a:rPr>
              <a:t>6</a:t>
            </a:r>
          </a:p>
        </p:txBody>
      </p:sp>
      <p:sp>
        <p:nvSpPr>
          <p:cNvPr id="33" name="Oval 32">
            <a:extLst>
              <a:ext uri="{FF2B5EF4-FFF2-40B4-BE49-F238E27FC236}">
                <a16:creationId xmlns:a16="http://schemas.microsoft.com/office/drawing/2014/main" id="{B2F5C282-1DB8-F90E-DF93-DD0F47D3CDE5}"/>
              </a:ext>
            </a:extLst>
          </p:cNvPr>
          <p:cNvSpPr/>
          <p:nvPr/>
        </p:nvSpPr>
        <p:spPr>
          <a:xfrm>
            <a:off x="5634481" y="3430114"/>
            <a:ext cx="324465" cy="33429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Narrow" panose="020B0606020202030204" pitchFamily="34" charset="0"/>
              </a:rPr>
              <a:t>7</a:t>
            </a:r>
          </a:p>
        </p:txBody>
      </p:sp>
      <p:sp>
        <p:nvSpPr>
          <p:cNvPr id="8" name="TextBox 7">
            <a:extLst>
              <a:ext uri="{FF2B5EF4-FFF2-40B4-BE49-F238E27FC236}">
                <a16:creationId xmlns:a16="http://schemas.microsoft.com/office/drawing/2014/main" id="{DB870088-3894-642F-2C63-FC80DEC700DB}"/>
              </a:ext>
            </a:extLst>
          </p:cNvPr>
          <p:cNvSpPr txBox="1"/>
          <p:nvPr/>
        </p:nvSpPr>
        <p:spPr>
          <a:xfrm>
            <a:off x="6759948" y="3912171"/>
            <a:ext cx="2509177" cy="369332"/>
          </a:xfrm>
          <a:prstGeom prst="rect">
            <a:avLst/>
          </a:prstGeom>
          <a:noFill/>
        </p:spPr>
        <p:txBody>
          <a:bodyPr wrap="square" rtlCol="0">
            <a:spAutoFit/>
          </a:bodyPr>
          <a:lstStyle/>
          <a:p>
            <a:r>
              <a:rPr lang="en-US" dirty="0">
                <a:latin typeface="Arial Narrow" panose="020B0606020202030204" pitchFamily="34" charset="0"/>
              </a:rPr>
              <a:t>END/</a:t>
            </a:r>
            <a:r>
              <a:rPr lang="en-US" dirty="0" err="1">
                <a:solidFill>
                  <a:schemeClr val="accent1"/>
                </a:solidFill>
                <a:latin typeface="Arial Narrow" panose="020B0606020202030204" pitchFamily="34" charset="0"/>
              </a:rPr>
              <a:t>Điểm</a:t>
            </a:r>
            <a:r>
              <a:rPr lang="en-US" dirty="0">
                <a:solidFill>
                  <a:schemeClr val="accent1"/>
                </a:solidFill>
                <a:latin typeface="Arial Narrow" panose="020B0606020202030204" pitchFamily="34" charset="0"/>
              </a:rPr>
              <a:t> </a:t>
            </a:r>
            <a:r>
              <a:rPr lang="en-US" dirty="0" err="1">
                <a:solidFill>
                  <a:schemeClr val="accent1"/>
                </a:solidFill>
                <a:latin typeface="Arial Narrow" panose="020B0606020202030204" pitchFamily="34" charset="0"/>
              </a:rPr>
              <a:t>thả</a:t>
            </a:r>
            <a:r>
              <a:rPr lang="en-US" dirty="0">
                <a:solidFill>
                  <a:schemeClr val="accent1"/>
                </a:solidFill>
                <a:latin typeface="Arial Narrow" panose="020B0606020202030204" pitchFamily="34" charset="0"/>
              </a:rPr>
              <a:t> bi</a:t>
            </a:r>
          </a:p>
        </p:txBody>
      </p:sp>
      <p:sp>
        <p:nvSpPr>
          <p:cNvPr id="9" name="TextBox 8">
            <a:extLst>
              <a:ext uri="{FF2B5EF4-FFF2-40B4-BE49-F238E27FC236}">
                <a16:creationId xmlns:a16="http://schemas.microsoft.com/office/drawing/2014/main" id="{B4E1537C-D85B-A040-5A8B-A828ACEE870C}"/>
              </a:ext>
            </a:extLst>
          </p:cNvPr>
          <p:cNvSpPr txBox="1"/>
          <p:nvPr/>
        </p:nvSpPr>
        <p:spPr>
          <a:xfrm>
            <a:off x="6360389" y="4255592"/>
            <a:ext cx="5529516" cy="2215991"/>
          </a:xfrm>
          <a:prstGeom prst="rect">
            <a:avLst/>
          </a:prstGeom>
          <a:noFill/>
        </p:spPr>
        <p:txBody>
          <a:bodyPr wrap="square" rtlCol="0">
            <a:spAutoFit/>
          </a:bodyPr>
          <a:lstStyle/>
          <a:p>
            <a:r>
              <a:rPr lang="en-US" dirty="0"/>
              <a:t>When the car approaches the END point (≤ 5 cm), the system slows down and moves forward for an additional 200–500 </a:t>
            </a:r>
            <a:r>
              <a:rPr lang="en-US" dirty="0" err="1"/>
              <a:t>ms</a:t>
            </a:r>
            <a:r>
              <a:rPr lang="en-US" dirty="0"/>
              <a:t> to make contact and activate the ball release mechanism. Then the car stops, releases the ball for 2s, and resets to start a new cycle.</a:t>
            </a:r>
          </a:p>
          <a:p>
            <a:r>
              <a:rPr lang="vi-VN" sz="1600" dirty="0">
                <a:solidFill>
                  <a:schemeClr val="accent1"/>
                </a:solidFill>
              </a:rPr>
              <a:t>Khi xe đến gần điểm END (≤ 5 cm), hệ thống giảm tốc và tiến thêm 200–500 ms để tiếp xúc và kích hoạt cơ cấu thả bi. Sau đó xe dừng, thả bi trong 2</a:t>
            </a:r>
            <a:r>
              <a:rPr lang="en-US" sz="1600" dirty="0">
                <a:solidFill>
                  <a:schemeClr val="accent1"/>
                </a:solidFill>
              </a:rPr>
              <a:t>s</a:t>
            </a:r>
            <a:r>
              <a:rPr lang="vi-VN" sz="1600" dirty="0">
                <a:solidFill>
                  <a:schemeClr val="accent1"/>
                </a:solidFill>
              </a:rPr>
              <a:t> và reset để bắt đầu chu trình mới.</a:t>
            </a:r>
            <a:endParaRPr lang="en-US" sz="1600" dirty="0">
              <a:solidFill>
                <a:schemeClr val="accent1"/>
              </a:solidFill>
              <a:latin typeface="Arial Narrow" panose="020B0606020202030204" pitchFamily="34" charset="0"/>
            </a:endParaRPr>
          </a:p>
        </p:txBody>
      </p:sp>
      <p:sp>
        <p:nvSpPr>
          <p:cNvPr id="11" name="Oval 10">
            <a:extLst>
              <a:ext uri="{FF2B5EF4-FFF2-40B4-BE49-F238E27FC236}">
                <a16:creationId xmlns:a16="http://schemas.microsoft.com/office/drawing/2014/main" id="{4C4F228D-6686-EB66-3A88-E90E4883F17F}"/>
              </a:ext>
            </a:extLst>
          </p:cNvPr>
          <p:cNvSpPr/>
          <p:nvPr/>
        </p:nvSpPr>
        <p:spPr>
          <a:xfrm>
            <a:off x="6401597" y="1617204"/>
            <a:ext cx="324465" cy="33429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Narrow" panose="020B0606020202030204" pitchFamily="34" charset="0"/>
              </a:rPr>
              <a:t>6</a:t>
            </a:r>
          </a:p>
        </p:txBody>
      </p:sp>
      <p:sp>
        <p:nvSpPr>
          <p:cNvPr id="12" name="Oval 11">
            <a:extLst>
              <a:ext uri="{FF2B5EF4-FFF2-40B4-BE49-F238E27FC236}">
                <a16:creationId xmlns:a16="http://schemas.microsoft.com/office/drawing/2014/main" id="{17C63F28-DCBC-3591-0A30-565CE70FDF7E}"/>
              </a:ext>
            </a:extLst>
          </p:cNvPr>
          <p:cNvSpPr/>
          <p:nvPr/>
        </p:nvSpPr>
        <p:spPr>
          <a:xfrm>
            <a:off x="6401597" y="3915396"/>
            <a:ext cx="324465" cy="33429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Narrow" panose="020B0606020202030204" pitchFamily="34" charset="0"/>
              </a:rPr>
              <a:t>7</a:t>
            </a:r>
          </a:p>
        </p:txBody>
      </p:sp>
      <p:graphicFrame>
        <p:nvGraphicFramePr>
          <p:cNvPr id="14" name="Diagram 13">
            <a:extLst>
              <a:ext uri="{FF2B5EF4-FFF2-40B4-BE49-F238E27FC236}">
                <a16:creationId xmlns:a16="http://schemas.microsoft.com/office/drawing/2014/main" id="{3B938635-85E2-47AF-ABBF-5E2E9E5F9563}"/>
              </a:ext>
            </a:extLst>
          </p:cNvPr>
          <p:cNvGraphicFramePr/>
          <p:nvPr>
            <p:extLst>
              <p:ext uri="{D42A27DB-BD31-4B8C-83A1-F6EECF244321}">
                <p14:modId xmlns:p14="http://schemas.microsoft.com/office/powerpoint/2010/main" val="1227773746"/>
              </p:ext>
            </p:extLst>
          </p:nvPr>
        </p:nvGraphicFramePr>
        <p:xfrm>
          <a:off x="609599" y="139913"/>
          <a:ext cx="3039615" cy="9977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0632852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B53A1-D2AF-441F-279C-A9FDEB450E2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E59677E-FB38-E3D1-2F73-144A430089D8}"/>
              </a:ext>
            </a:extLst>
          </p:cNvPr>
          <p:cNvSpPr txBox="1"/>
          <p:nvPr/>
        </p:nvSpPr>
        <p:spPr>
          <a:xfrm>
            <a:off x="4576191" y="1015831"/>
            <a:ext cx="2924198" cy="369332"/>
          </a:xfrm>
          <a:prstGeom prst="rect">
            <a:avLst/>
          </a:prstGeom>
          <a:noFill/>
        </p:spPr>
        <p:txBody>
          <a:bodyPr wrap="none" rtlCol="0">
            <a:spAutoFit/>
          </a:bodyPr>
          <a:lstStyle/>
          <a:p>
            <a:r>
              <a:rPr lang="en-US" dirty="0">
                <a:latin typeface="Arial Narrow" panose="020B0606020202030204" pitchFamily="34" charset="0"/>
              </a:rPr>
              <a:t>Control Idea/</a:t>
            </a:r>
            <a:r>
              <a:rPr lang="en-US" dirty="0">
                <a:solidFill>
                  <a:schemeClr val="accent1"/>
                </a:solidFill>
                <a:latin typeface="Arial Narrow" panose="020B0606020202030204" pitchFamily="34" charset="0"/>
              </a:rPr>
              <a:t>Ý </a:t>
            </a:r>
            <a:r>
              <a:rPr lang="en-US" dirty="0" err="1">
                <a:solidFill>
                  <a:schemeClr val="accent1"/>
                </a:solidFill>
                <a:latin typeface="Arial Narrow" panose="020B0606020202030204" pitchFamily="34" charset="0"/>
              </a:rPr>
              <a:t>tưởng</a:t>
            </a:r>
            <a:r>
              <a:rPr lang="en-US" dirty="0">
                <a:solidFill>
                  <a:schemeClr val="accent1"/>
                </a:solidFill>
                <a:latin typeface="Arial Narrow" panose="020B0606020202030204" pitchFamily="34" charset="0"/>
              </a:rPr>
              <a:t> </a:t>
            </a:r>
            <a:r>
              <a:rPr lang="en-US" dirty="0" err="1">
                <a:solidFill>
                  <a:schemeClr val="accent1"/>
                </a:solidFill>
                <a:latin typeface="Arial Narrow" panose="020B0606020202030204" pitchFamily="34" charset="0"/>
              </a:rPr>
              <a:t>điều</a:t>
            </a:r>
            <a:r>
              <a:rPr lang="en-US" dirty="0">
                <a:solidFill>
                  <a:schemeClr val="accent1"/>
                </a:solidFill>
                <a:latin typeface="Arial Narrow" panose="020B0606020202030204" pitchFamily="34" charset="0"/>
              </a:rPr>
              <a:t> </a:t>
            </a:r>
            <a:r>
              <a:rPr lang="en-US" dirty="0" err="1">
                <a:solidFill>
                  <a:schemeClr val="accent1"/>
                </a:solidFill>
                <a:latin typeface="Arial Narrow" panose="020B0606020202030204" pitchFamily="34" charset="0"/>
              </a:rPr>
              <a:t>khiển</a:t>
            </a:r>
            <a:endParaRPr lang="en-US" dirty="0">
              <a:solidFill>
                <a:schemeClr val="accent1"/>
              </a:solidFill>
              <a:latin typeface="Arial Narrow" panose="020B0606020202030204" pitchFamily="34" charset="0"/>
            </a:endParaRPr>
          </a:p>
        </p:txBody>
      </p:sp>
      <p:graphicFrame>
        <p:nvGraphicFramePr>
          <p:cNvPr id="22" name="Table 21">
            <a:extLst>
              <a:ext uri="{FF2B5EF4-FFF2-40B4-BE49-F238E27FC236}">
                <a16:creationId xmlns:a16="http://schemas.microsoft.com/office/drawing/2014/main" id="{B0A8B142-4108-6026-3B78-7D37F1572B9E}"/>
              </a:ext>
            </a:extLst>
          </p:cNvPr>
          <p:cNvGraphicFramePr>
            <a:graphicFrameLocks noGrp="1"/>
          </p:cNvGraphicFramePr>
          <p:nvPr/>
        </p:nvGraphicFramePr>
        <p:xfrm>
          <a:off x="654518" y="1450056"/>
          <a:ext cx="11184556" cy="5066247"/>
        </p:xfrm>
        <a:graphic>
          <a:graphicData uri="http://schemas.openxmlformats.org/drawingml/2006/table">
            <a:tbl>
              <a:tblPr firstRow="1" bandRow="1">
                <a:tableStyleId>{5C22544A-7EE6-4342-B048-85BDC9FD1C3A}</a:tableStyleId>
              </a:tblPr>
              <a:tblGrid>
                <a:gridCol w="5592278">
                  <a:extLst>
                    <a:ext uri="{9D8B030D-6E8A-4147-A177-3AD203B41FA5}">
                      <a16:colId xmlns:a16="http://schemas.microsoft.com/office/drawing/2014/main" val="597099992"/>
                    </a:ext>
                  </a:extLst>
                </a:gridCol>
                <a:gridCol w="5592278">
                  <a:extLst>
                    <a:ext uri="{9D8B030D-6E8A-4147-A177-3AD203B41FA5}">
                      <a16:colId xmlns:a16="http://schemas.microsoft.com/office/drawing/2014/main" val="647575799"/>
                    </a:ext>
                  </a:extLst>
                </a:gridCol>
              </a:tblGrid>
              <a:tr h="5066247">
                <a:tc>
                  <a:txBody>
                    <a:bodyPr/>
                    <a:lstStyle/>
                    <a:p>
                      <a:endParaRPr lang="en-US" dirty="0"/>
                    </a:p>
                  </a:txBody>
                  <a:tcPr/>
                </a:tc>
                <a:tc>
                  <a:txBody>
                    <a:bodyPr/>
                    <a:lstStyle/>
                    <a:p>
                      <a:endParaRPr lang="en-US" dirty="0"/>
                    </a:p>
                  </a:txBody>
                  <a:tcPr>
                    <a:solidFill>
                      <a:schemeClr val="accent3">
                        <a:lumMod val="20000"/>
                        <a:lumOff val="80000"/>
                      </a:schemeClr>
                    </a:solidFill>
                  </a:tcPr>
                </a:tc>
                <a:extLst>
                  <a:ext uri="{0D108BD9-81ED-4DB2-BD59-A6C34878D82A}">
                    <a16:rowId xmlns:a16="http://schemas.microsoft.com/office/drawing/2014/main" val="3325512391"/>
                  </a:ext>
                </a:extLst>
              </a:tr>
            </a:tbl>
          </a:graphicData>
        </a:graphic>
      </p:graphicFrame>
      <p:sp>
        <p:nvSpPr>
          <p:cNvPr id="15" name="TextBox 14">
            <a:extLst>
              <a:ext uri="{FF2B5EF4-FFF2-40B4-BE49-F238E27FC236}">
                <a16:creationId xmlns:a16="http://schemas.microsoft.com/office/drawing/2014/main" id="{9B02894A-9E84-FC27-89F8-1A0F1E06115E}"/>
              </a:ext>
            </a:extLst>
          </p:cNvPr>
          <p:cNvSpPr txBox="1"/>
          <p:nvPr/>
        </p:nvSpPr>
        <p:spPr>
          <a:xfrm>
            <a:off x="6759949" y="1646079"/>
            <a:ext cx="2509177" cy="369332"/>
          </a:xfrm>
          <a:prstGeom prst="rect">
            <a:avLst/>
          </a:prstGeom>
          <a:noFill/>
        </p:spPr>
        <p:txBody>
          <a:bodyPr wrap="square" rtlCol="0">
            <a:spAutoFit/>
          </a:bodyPr>
          <a:lstStyle/>
          <a:p>
            <a:r>
              <a:rPr lang="en-US" dirty="0">
                <a:latin typeface="Arial Narrow" panose="020B0606020202030204" pitchFamily="34" charset="0"/>
              </a:rPr>
              <a:t>Checkpoint</a:t>
            </a:r>
            <a:endParaRPr lang="en-US" sz="1400" dirty="0">
              <a:solidFill>
                <a:schemeClr val="accent1"/>
              </a:solidFill>
              <a:latin typeface="Arial Narrow" panose="020B0606020202030204" pitchFamily="34" charset="0"/>
            </a:endParaRPr>
          </a:p>
        </p:txBody>
      </p:sp>
      <p:sp>
        <p:nvSpPr>
          <p:cNvPr id="20" name="TextBox 19">
            <a:extLst>
              <a:ext uri="{FF2B5EF4-FFF2-40B4-BE49-F238E27FC236}">
                <a16:creationId xmlns:a16="http://schemas.microsoft.com/office/drawing/2014/main" id="{06ADA77F-B2AB-17CF-8A2E-F049355C1026}"/>
              </a:ext>
            </a:extLst>
          </p:cNvPr>
          <p:cNvSpPr txBox="1"/>
          <p:nvPr/>
        </p:nvSpPr>
        <p:spPr>
          <a:xfrm>
            <a:off x="6241783" y="2023792"/>
            <a:ext cx="5529516" cy="3262432"/>
          </a:xfrm>
          <a:prstGeom prst="rect">
            <a:avLst/>
          </a:prstGeom>
          <a:noFill/>
        </p:spPr>
        <p:txBody>
          <a:bodyPr wrap="square" rtlCol="0">
            <a:spAutoFit/>
          </a:bodyPr>
          <a:lstStyle/>
          <a:p>
            <a:r>
              <a:rPr lang="en-US" dirty="0"/>
              <a:t>The system uses two physical push buttons to control the continuation of operation after an error occurs. The checkpoints (3 checkpoints) are managed through a state variable in the program. When the vehicle encounters an error, press STOP, reset the vehicle at the checkpoint, and press RUN, the system will automatically determine the position and continue performing the corresponding task.</a:t>
            </a:r>
          </a:p>
          <a:p>
            <a:r>
              <a:rPr lang="vi-VN" sz="1600" dirty="0">
                <a:solidFill>
                  <a:schemeClr val="accent1"/>
                </a:solidFill>
              </a:rPr>
              <a:t>Hệ thống sử dụng </a:t>
            </a:r>
            <a:r>
              <a:rPr lang="en-US" sz="1600" dirty="0" err="1">
                <a:solidFill>
                  <a:schemeClr val="accent1"/>
                </a:solidFill>
              </a:rPr>
              <a:t>hai</a:t>
            </a:r>
            <a:r>
              <a:rPr lang="vi-VN" sz="1600" dirty="0">
                <a:solidFill>
                  <a:schemeClr val="accent1"/>
                </a:solidFill>
              </a:rPr>
              <a:t> nút nhấn vật lý để điều khiển việc tiếp tục hoạt động sau khi xảy ra lỗi. Các checkpoint</a:t>
            </a:r>
            <a:r>
              <a:rPr lang="en-US" sz="1600" dirty="0">
                <a:solidFill>
                  <a:schemeClr val="accent1"/>
                </a:solidFill>
              </a:rPr>
              <a:t>(3 checkpoint)</a:t>
            </a:r>
            <a:r>
              <a:rPr lang="vi-VN" sz="1600" dirty="0">
                <a:solidFill>
                  <a:schemeClr val="accent1"/>
                </a:solidFill>
              </a:rPr>
              <a:t> được quản lý thông qua biến trạng thái trong chương trình</a:t>
            </a:r>
            <a:r>
              <a:rPr lang="en-US" sz="1600" dirty="0">
                <a:solidFill>
                  <a:schemeClr val="accent1"/>
                </a:solidFill>
              </a:rPr>
              <a:t>. </a:t>
            </a:r>
            <a:r>
              <a:rPr lang="vi-VN" sz="1600" dirty="0">
                <a:solidFill>
                  <a:schemeClr val="accent1"/>
                </a:solidFill>
              </a:rPr>
              <a:t>Khi </a:t>
            </a:r>
            <a:r>
              <a:rPr lang="en-US" sz="1600" dirty="0" err="1">
                <a:solidFill>
                  <a:schemeClr val="accent1"/>
                </a:solidFill>
              </a:rPr>
              <a:t>xe</a:t>
            </a:r>
            <a:r>
              <a:rPr lang="en-US" sz="1600" dirty="0">
                <a:solidFill>
                  <a:schemeClr val="accent1"/>
                </a:solidFill>
              </a:rPr>
              <a:t> </a:t>
            </a:r>
            <a:r>
              <a:rPr lang="en-US" sz="1600" dirty="0" err="1">
                <a:solidFill>
                  <a:schemeClr val="accent1"/>
                </a:solidFill>
              </a:rPr>
              <a:t>gặp</a:t>
            </a:r>
            <a:r>
              <a:rPr lang="en-US" sz="1600" dirty="0">
                <a:solidFill>
                  <a:schemeClr val="accent1"/>
                </a:solidFill>
              </a:rPr>
              <a:t> </a:t>
            </a:r>
            <a:r>
              <a:rPr lang="en-US" sz="1600" dirty="0" err="1">
                <a:solidFill>
                  <a:schemeClr val="accent1"/>
                </a:solidFill>
              </a:rPr>
              <a:t>lỗi</a:t>
            </a:r>
            <a:r>
              <a:rPr lang="en-US" sz="1600" dirty="0">
                <a:solidFill>
                  <a:schemeClr val="accent1"/>
                </a:solidFill>
              </a:rPr>
              <a:t> </a:t>
            </a:r>
            <a:r>
              <a:rPr lang="en-US" sz="1600" dirty="0" err="1">
                <a:solidFill>
                  <a:schemeClr val="accent1"/>
                </a:solidFill>
              </a:rPr>
              <a:t>nhấn</a:t>
            </a:r>
            <a:r>
              <a:rPr lang="en-US" sz="1600" dirty="0">
                <a:solidFill>
                  <a:schemeClr val="accent1"/>
                </a:solidFill>
              </a:rPr>
              <a:t> STOP, </a:t>
            </a:r>
            <a:r>
              <a:rPr lang="vi-VN" sz="1600" dirty="0">
                <a:solidFill>
                  <a:schemeClr val="accent1"/>
                </a:solidFill>
              </a:rPr>
              <a:t>đặt lại xe tại checkpoint và nhấn</a:t>
            </a:r>
            <a:r>
              <a:rPr lang="en-US" sz="1600" dirty="0">
                <a:solidFill>
                  <a:schemeClr val="accent1"/>
                </a:solidFill>
              </a:rPr>
              <a:t> RUN</a:t>
            </a:r>
            <a:r>
              <a:rPr lang="vi-VN" sz="1600" dirty="0">
                <a:solidFill>
                  <a:schemeClr val="accent1"/>
                </a:solidFill>
              </a:rPr>
              <a:t>, hệ thống sẽ tự động xác định vị trí và tiếp tục thực hiện nhiệm vụ.</a:t>
            </a:r>
            <a:endParaRPr lang="en-US" sz="1600" dirty="0">
              <a:solidFill>
                <a:schemeClr val="accent1"/>
              </a:solidFill>
            </a:endParaRPr>
          </a:p>
        </p:txBody>
      </p:sp>
      <p:pic>
        <p:nvPicPr>
          <p:cNvPr id="26" name="Picture 25">
            <a:extLst>
              <a:ext uri="{FF2B5EF4-FFF2-40B4-BE49-F238E27FC236}">
                <a16:creationId xmlns:a16="http://schemas.microsoft.com/office/drawing/2014/main" id="{8A61B0B1-14A0-D97D-66E5-AF9E9D953886}"/>
              </a:ext>
            </a:extLst>
          </p:cNvPr>
          <p:cNvPicPr>
            <a:picLocks noChangeAspect="1"/>
          </p:cNvPicPr>
          <p:nvPr/>
        </p:nvPicPr>
        <p:blipFill>
          <a:blip r:embed="rId3">
            <a:extLst>
              <a:ext uri="{28A0092B-C50C-407E-A947-70E740481C1C}">
                <a14:useLocalDpi xmlns:a14="http://schemas.microsoft.com/office/drawing/2010/main" val="0"/>
              </a:ext>
            </a:extLst>
          </a:blip>
          <a:srcRect r="35985"/>
          <a:stretch>
            <a:fillRect/>
          </a:stretch>
        </p:blipFill>
        <p:spPr>
          <a:xfrm>
            <a:off x="654518" y="1450056"/>
            <a:ext cx="5587265" cy="5045303"/>
          </a:xfrm>
          <a:prstGeom prst="rect">
            <a:avLst/>
          </a:prstGeom>
        </p:spPr>
      </p:pic>
      <p:sp>
        <p:nvSpPr>
          <p:cNvPr id="34" name="Oval 33">
            <a:extLst>
              <a:ext uri="{FF2B5EF4-FFF2-40B4-BE49-F238E27FC236}">
                <a16:creationId xmlns:a16="http://schemas.microsoft.com/office/drawing/2014/main" id="{83FCD780-7A09-3F34-E9DF-87BE397EB1DA}"/>
              </a:ext>
            </a:extLst>
          </p:cNvPr>
          <p:cNvSpPr/>
          <p:nvPr/>
        </p:nvSpPr>
        <p:spPr>
          <a:xfrm>
            <a:off x="3584455" y="5002895"/>
            <a:ext cx="324465" cy="33429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Narrow" panose="020B0606020202030204" pitchFamily="34" charset="0"/>
              </a:rPr>
              <a:t>8</a:t>
            </a:r>
          </a:p>
        </p:txBody>
      </p:sp>
      <p:sp>
        <p:nvSpPr>
          <p:cNvPr id="3" name="Oval 2">
            <a:extLst>
              <a:ext uri="{FF2B5EF4-FFF2-40B4-BE49-F238E27FC236}">
                <a16:creationId xmlns:a16="http://schemas.microsoft.com/office/drawing/2014/main" id="{BC591CF2-5E70-A650-3807-932D83FFF540}"/>
              </a:ext>
            </a:extLst>
          </p:cNvPr>
          <p:cNvSpPr/>
          <p:nvPr/>
        </p:nvSpPr>
        <p:spPr>
          <a:xfrm>
            <a:off x="6435484" y="1645678"/>
            <a:ext cx="324465" cy="33429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Narrow" panose="020B0606020202030204" pitchFamily="34" charset="0"/>
              </a:rPr>
              <a:t>8</a:t>
            </a:r>
          </a:p>
        </p:txBody>
      </p:sp>
      <p:sp>
        <p:nvSpPr>
          <p:cNvPr id="13" name="Arrow: Up 12">
            <a:extLst>
              <a:ext uri="{FF2B5EF4-FFF2-40B4-BE49-F238E27FC236}">
                <a16:creationId xmlns:a16="http://schemas.microsoft.com/office/drawing/2014/main" id="{A23F5D0F-C433-E1E8-4CB9-A594035C3878}"/>
              </a:ext>
            </a:extLst>
          </p:cNvPr>
          <p:cNvSpPr/>
          <p:nvPr/>
        </p:nvSpPr>
        <p:spPr>
          <a:xfrm>
            <a:off x="3416198" y="2626360"/>
            <a:ext cx="182880" cy="2543683"/>
          </a:xfrm>
          <a:prstGeom prst="up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Up 17">
            <a:extLst>
              <a:ext uri="{FF2B5EF4-FFF2-40B4-BE49-F238E27FC236}">
                <a16:creationId xmlns:a16="http://schemas.microsoft.com/office/drawing/2014/main" id="{917C1002-4EBC-ECA7-9AEB-02918C7DEFE1}"/>
              </a:ext>
            </a:extLst>
          </p:cNvPr>
          <p:cNvSpPr/>
          <p:nvPr/>
        </p:nvSpPr>
        <p:spPr>
          <a:xfrm rot="17617741">
            <a:off x="2993808" y="4707067"/>
            <a:ext cx="182880" cy="731520"/>
          </a:xfrm>
          <a:prstGeom prst="up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1" name="Diagram 20">
            <a:extLst>
              <a:ext uri="{FF2B5EF4-FFF2-40B4-BE49-F238E27FC236}">
                <a16:creationId xmlns:a16="http://schemas.microsoft.com/office/drawing/2014/main" id="{0EB4748B-FC4E-3DBC-06BF-FD7107485CDF}"/>
              </a:ext>
            </a:extLst>
          </p:cNvPr>
          <p:cNvGraphicFramePr/>
          <p:nvPr>
            <p:extLst>
              <p:ext uri="{D42A27DB-BD31-4B8C-83A1-F6EECF244321}">
                <p14:modId xmlns:p14="http://schemas.microsoft.com/office/powerpoint/2010/main" val="3664010670"/>
              </p:ext>
            </p:extLst>
          </p:nvPr>
        </p:nvGraphicFramePr>
        <p:xfrm>
          <a:off x="609599" y="179241"/>
          <a:ext cx="3039615" cy="9977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6" name="Oval 5">
            <a:extLst>
              <a:ext uri="{FF2B5EF4-FFF2-40B4-BE49-F238E27FC236}">
                <a16:creationId xmlns:a16="http://schemas.microsoft.com/office/drawing/2014/main" id="{EA2ACF40-D94B-C1D9-39E6-3ADD3128A993}"/>
              </a:ext>
            </a:extLst>
          </p:cNvPr>
          <p:cNvSpPr/>
          <p:nvPr/>
        </p:nvSpPr>
        <p:spPr>
          <a:xfrm>
            <a:off x="3324749" y="2087537"/>
            <a:ext cx="324465" cy="33429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Narrow" panose="020B0606020202030204" pitchFamily="34" charset="0"/>
              </a:rPr>
              <a:t>8</a:t>
            </a:r>
          </a:p>
        </p:txBody>
      </p:sp>
      <p:sp>
        <p:nvSpPr>
          <p:cNvPr id="7" name="Oval 6">
            <a:extLst>
              <a:ext uri="{FF2B5EF4-FFF2-40B4-BE49-F238E27FC236}">
                <a16:creationId xmlns:a16="http://schemas.microsoft.com/office/drawing/2014/main" id="{9D3534BA-C46D-E1FF-70DA-3AF300CA4BA5}"/>
              </a:ext>
            </a:extLst>
          </p:cNvPr>
          <p:cNvSpPr/>
          <p:nvPr/>
        </p:nvSpPr>
        <p:spPr>
          <a:xfrm>
            <a:off x="2276816" y="4680382"/>
            <a:ext cx="324465" cy="33429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Narrow" panose="020B0606020202030204" pitchFamily="34" charset="0"/>
              </a:rPr>
              <a:t>8</a:t>
            </a:r>
          </a:p>
        </p:txBody>
      </p:sp>
    </p:spTree>
    <p:extLst>
      <p:ext uri="{BB962C8B-B14F-4D97-AF65-F5344CB8AC3E}">
        <p14:creationId xmlns:p14="http://schemas.microsoft.com/office/powerpoint/2010/main" val="36651024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6D39CAE-F1A3-8D49-AD50-3CFD3A1838C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6B10DF1-42B5-E01E-ED98-80BD5BFFAA1C}"/>
              </a:ext>
            </a:extLst>
          </p:cNvPr>
          <p:cNvSpPr txBox="1"/>
          <p:nvPr/>
        </p:nvSpPr>
        <p:spPr>
          <a:xfrm>
            <a:off x="4576191" y="1015831"/>
            <a:ext cx="3039615" cy="400110"/>
          </a:xfrm>
          <a:prstGeom prst="rect">
            <a:avLst/>
          </a:prstGeom>
          <a:noFill/>
        </p:spPr>
        <p:txBody>
          <a:bodyPr wrap="none" rtlCol="0">
            <a:spAutoFit/>
          </a:bodyPr>
          <a:lstStyle/>
          <a:p>
            <a:r>
              <a:rPr lang="en-US" sz="2000" dirty="0">
                <a:latin typeface="Arial Narrow" panose="020B0606020202030204" pitchFamily="34" charset="0"/>
              </a:rPr>
              <a:t>Control Idea/</a:t>
            </a:r>
            <a:r>
              <a:rPr lang="en-US" dirty="0">
                <a:solidFill>
                  <a:schemeClr val="accent1"/>
                </a:solidFill>
                <a:latin typeface="Arial Narrow" panose="020B0606020202030204" pitchFamily="34" charset="0"/>
              </a:rPr>
              <a:t>Ý </a:t>
            </a:r>
            <a:r>
              <a:rPr lang="en-US" dirty="0" err="1">
                <a:solidFill>
                  <a:schemeClr val="accent1"/>
                </a:solidFill>
                <a:latin typeface="Arial Narrow" panose="020B0606020202030204" pitchFamily="34" charset="0"/>
              </a:rPr>
              <a:t>tưởng</a:t>
            </a:r>
            <a:r>
              <a:rPr lang="en-US" dirty="0">
                <a:solidFill>
                  <a:schemeClr val="accent1"/>
                </a:solidFill>
                <a:latin typeface="Arial Narrow" panose="020B0606020202030204" pitchFamily="34" charset="0"/>
              </a:rPr>
              <a:t> </a:t>
            </a:r>
            <a:r>
              <a:rPr lang="en-US" dirty="0" err="1">
                <a:solidFill>
                  <a:schemeClr val="accent1"/>
                </a:solidFill>
                <a:latin typeface="Arial Narrow" panose="020B0606020202030204" pitchFamily="34" charset="0"/>
              </a:rPr>
              <a:t>điều</a:t>
            </a:r>
            <a:r>
              <a:rPr lang="en-US" dirty="0">
                <a:solidFill>
                  <a:schemeClr val="accent1"/>
                </a:solidFill>
                <a:latin typeface="Arial Narrow" panose="020B0606020202030204" pitchFamily="34" charset="0"/>
              </a:rPr>
              <a:t> </a:t>
            </a:r>
            <a:r>
              <a:rPr lang="en-US" dirty="0" err="1">
                <a:solidFill>
                  <a:schemeClr val="accent1"/>
                </a:solidFill>
                <a:latin typeface="Arial Narrow" panose="020B0606020202030204" pitchFamily="34" charset="0"/>
              </a:rPr>
              <a:t>khiển</a:t>
            </a:r>
            <a:endParaRPr lang="en-US" dirty="0">
              <a:solidFill>
                <a:schemeClr val="accent1"/>
              </a:solidFill>
              <a:latin typeface="Arial Narrow" panose="020B0606020202030204" pitchFamily="34" charset="0"/>
            </a:endParaRPr>
          </a:p>
        </p:txBody>
      </p:sp>
      <p:graphicFrame>
        <p:nvGraphicFramePr>
          <p:cNvPr id="22" name="Table 21">
            <a:extLst>
              <a:ext uri="{FF2B5EF4-FFF2-40B4-BE49-F238E27FC236}">
                <a16:creationId xmlns:a16="http://schemas.microsoft.com/office/drawing/2014/main" id="{E82C8186-8F0F-AF87-E70A-4F3DE18402A4}"/>
              </a:ext>
            </a:extLst>
          </p:cNvPr>
          <p:cNvGraphicFramePr>
            <a:graphicFrameLocks noGrp="1"/>
          </p:cNvGraphicFramePr>
          <p:nvPr/>
        </p:nvGraphicFramePr>
        <p:xfrm>
          <a:off x="654518" y="1450056"/>
          <a:ext cx="11184556" cy="5066247"/>
        </p:xfrm>
        <a:graphic>
          <a:graphicData uri="http://schemas.openxmlformats.org/drawingml/2006/table">
            <a:tbl>
              <a:tblPr firstRow="1" bandRow="1">
                <a:tableStyleId>{5C22544A-7EE6-4342-B048-85BDC9FD1C3A}</a:tableStyleId>
              </a:tblPr>
              <a:tblGrid>
                <a:gridCol w="5592278">
                  <a:extLst>
                    <a:ext uri="{9D8B030D-6E8A-4147-A177-3AD203B41FA5}">
                      <a16:colId xmlns:a16="http://schemas.microsoft.com/office/drawing/2014/main" val="597099992"/>
                    </a:ext>
                  </a:extLst>
                </a:gridCol>
                <a:gridCol w="5592278">
                  <a:extLst>
                    <a:ext uri="{9D8B030D-6E8A-4147-A177-3AD203B41FA5}">
                      <a16:colId xmlns:a16="http://schemas.microsoft.com/office/drawing/2014/main" val="647575799"/>
                    </a:ext>
                  </a:extLst>
                </a:gridCol>
              </a:tblGrid>
              <a:tr h="5066247">
                <a:tc>
                  <a:txBody>
                    <a:bodyPr/>
                    <a:lstStyle/>
                    <a:p>
                      <a:endParaRPr lang="en-US" dirty="0"/>
                    </a:p>
                  </a:txBody>
                  <a:tcPr/>
                </a:tc>
                <a:tc>
                  <a:txBody>
                    <a:bodyPr/>
                    <a:lstStyle/>
                    <a:p>
                      <a:endParaRPr lang="en-US" dirty="0"/>
                    </a:p>
                  </a:txBody>
                  <a:tcPr>
                    <a:solidFill>
                      <a:schemeClr val="accent3">
                        <a:lumMod val="20000"/>
                        <a:lumOff val="80000"/>
                      </a:schemeClr>
                    </a:solidFill>
                  </a:tcPr>
                </a:tc>
                <a:extLst>
                  <a:ext uri="{0D108BD9-81ED-4DB2-BD59-A6C34878D82A}">
                    <a16:rowId xmlns:a16="http://schemas.microsoft.com/office/drawing/2014/main" val="3325512391"/>
                  </a:ext>
                </a:extLst>
              </a:tr>
            </a:tbl>
          </a:graphicData>
        </a:graphic>
      </p:graphicFrame>
      <p:pic>
        <p:nvPicPr>
          <p:cNvPr id="26" name="Picture 25">
            <a:extLst>
              <a:ext uri="{FF2B5EF4-FFF2-40B4-BE49-F238E27FC236}">
                <a16:creationId xmlns:a16="http://schemas.microsoft.com/office/drawing/2014/main" id="{0692EF3A-D36A-1AF8-7A4C-30FA310556F0}"/>
              </a:ext>
            </a:extLst>
          </p:cNvPr>
          <p:cNvPicPr>
            <a:picLocks noChangeAspect="1"/>
          </p:cNvPicPr>
          <p:nvPr/>
        </p:nvPicPr>
        <p:blipFill>
          <a:blip r:embed="rId3">
            <a:extLst>
              <a:ext uri="{28A0092B-C50C-407E-A947-70E740481C1C}">
                <a14:useLocalDpi xmlns:a14="http://schemas.microsoft.com/office/drawing/2010/main" val="0"/>
              </a:ext>
            </a:extLst>
          </a:blip>
          <a:srcRect r="35985"/>
          <a:stretch>
            <a:fillRect/>
          </a:stretch>
        </p:blipFill>
        <p:spPr>
          <a:xfrm>
            <a:off x="654518" y="1450056"/>
            <a:ext cx="5587265" cy="5045303"/>
          </a:xfrm>
          <a:prstGeom prst="rect">
            <a:avLst/>
          </a:prstGeom>
        </p:spPr>
      </p:pic>
      <p:sp>
        <p:nvSpPr>
          <p:cNvPr id="27" name="Oval 26">
            <a:extLst>
              <a:ext uri="{FF2B5EF4-FFF2-40B4-BE49-F238E27FC236}">
                <a16:creationId xmlns:a16="http://schemas.microsoft.com/office/drawing/2014/main" id="{9A423227-92B8-1AD3-E6AE-76D00500A036}"/>
              </a:ext>
            </a:extLst>
          </p:cNvPr>
          <p:cNvSpPr/>
          <p:nvPr/>
        </p:nvSpPr>
        <p:spPr>
          <a:xfrm>
            <a:off x="2487540" y="5303203"/>
            <a:ext cx="324465" cy="33429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Narrow" panose="020B0606020202030204" pitchFamily="34" charset="0"/>
              </a:rPr>
              <a:t>1</a:t>
            </a:r>
          </a:p>
        </p:txBody>
      </p:sp>
      <p:sp>
        <p:nvSpPr>
          <p:cNvPr id="28" name="Oval 27">
            <a:extLst>
              <a:ext uri="{FF2B5EF4-FFF2-40B4-BE49-F238E27FC236}">
                <a16:creationId xmlns:a16="http://schemas.microsoft.com/office/drawing/2014/main" id="{DE970FCD-F49D-1A43-5AB8-ACEC1ABEE37F}"/>
              </a:ext>
            </a:extLst>
          </p:cNvPr>
          <p:cNvSpPr/>
          <p:nvPr/>
        </p:nvSpPr>
        <p:spPr>
          <a:xfrm>
            <a:off x="2256882" y="3720819"/>
            <a:ext cx="324465" cy="33429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Narrow" panose="020B0606020202030204" pitchFamily="34" charset="0"/>
              </a:rPr>
              <a:t>2</a:t>
            </a:r>
          </a:p>
        </p:txBody>
      </p:sp>
      <p:sp>
        <p:nvSpPr>
          <p:cNvPr id="29" name="Oval 28">
            <a:extLst>
              <a:ext uri="{FF2B5EF4-FFF2-40B4-BE49-F238E27FC236}">
                <a16:creationId xmlns:a16="http://schemas.microsoft.com/office/drawing/2014/main" id="{6A3FE692-50B6-80D1-DA06-7AD8976429DB}"/>
              </a:ext>
            </a:extLst>
          </p:cNvPr>
          <p:cNvSpPr/>
          <p:nvPr/>
        </p:nvSpPr>
        <p:spPr>
          <a:xfrm>
            <a:off x="2234712" y="2328013"/>
            <a:ext cx="324465" cy="33429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Narrow" panose="020B0606020202030204" pitchFamily="34" charset="0"/>
              </a:rPr>
              <a:t>3</a:t>
            </a:r>
          </a:p>
        </p:txBody>
      </p:sp>
      <p:sp>
        <p:nvSpPr>
          <p:cNvPr id="30" name="Oval 29">
            <a:extLst>
              <a:ext uri="{FF2B5EF4-FFF2-40B4-BE49-F238E27FC236}">
                <a16:creationId xmlns:a16="http://schemas.microsoft.com/office/drawing/2014/main" id="{B6C58522-4FBF-8CB7-3357-48C12998D02C}"/>
              </a:ext>
            </a:extLst>
          </p:cNvPr>
          <p:cNvSpPr/>
          <p:nvPr/>
        </p:nvSpPr>
        <p:spPr>
          <a:xfrm>
            <a:off x="2551270" y="1523176"/>
            <a:ext cx="324465" cy="33429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Narrow" panose="020B0606020202030204" pitchFamily="34" charset="0"/>
              </a:rPr>
              <a:t>4</a:t>
            </a:r>
          </a:p>
        </p:txBody>
      </p:sp>
      <p:sp>
        <p:nvSpPr>
          <p:cNvPr id="32" name="Oval 31">
            <a:extLst>
              <a:ext uri="{FF2B5EF4-FFF2-40B4-BE49-F238E27FC236}">
                <a16:creationId xmlns:a16="http://schemas.microsoft.com/office/drawing/2014/main" id="{492E1D18-4DA5-342F-FAB8-5C0D940B49B6}"/>
              </a:ext>
            </a:extLst>
          </p:cNvPr>
          <p:cNvSpPr/>
          <p:nvPr/>
        </p:nvSpPr>
        <p:spPr>
          <a:xfrm>
            <a:off x="4893589" y="2204418"/>
            <a:ext cx="324465" cy="33429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Narrow" panose="020B0606020202030204" pitchFamily="34" charset="0"/>
              </a:rPr>
              <a:t>5</a:t>
            </a:r>
          </a:p>
        </p:txBody>
      </p:sp>
      <p:sp>
        <p:nvSpPr>
          <p:cNvPr id="33" name="Oval 32">
            <a:extLst>
              <a:ext uri="{FF2B5EF4-FFF2-40B4-BE49-F238E27FC236}">
                <a16:creationId xmlns:a16="http://schemas.microsoft.com/office/drawing/2014/main" id="{40485DA0-925E-FB8D-13D4-1ED91CC5F3C8}"/>
              </a:ext>
            </a:extLst>
          </p:cNvPr>
          <p:cNvSpPr/>
          <p:nvPr/>
        </p:nvSpPr>
        <p:spPr>
          <a:xfrm>
            <a:off x="4545103" y="3711460"/>
            <a:ext cx="324465" cy="33429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Narrow" panose="020B0606020202030204" pitchFamily="34" charset="0"/>
              </a:rPr>
              <a:t>6</a:t>
            </a:r>
          </a:p>
        </p:txBody>
      </p:sp>
      <p:sp>
        <p:nvSpPr>
          <p:cNvPr id="34" name="Oval 33">
            <a:extLst>
              <a:ext uri="{FF2B5EF4-FFF2-40B4-BE49-F238E27FC236}">
                <a16:creationId xmlns:a16="http://schemas.microsoft.com/office/drawing/2014/main" id="{DCF3A9DA-0939-930D-FF16-9CA93447010A}"/>
              </a:ext>
            </a:extLst>
          </p:cNvPr>
          <p:cNvSpPr/>
          <p:nvPr/>
        </p:nvSpPr>
        <p:spPr>
          <a:xfrm>
            <a:off x="5601566" y="3429000"/>
            <a:ext cx="324465" cy="33429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Narrow" panose="020B0606020202030204" pitchFamily="34" charset="0"/>
              </a:rPr>
              <a:t>7</a:t>
            </a:r>
          </a:p>
        </p:txBody>
      </p:sp>
      <p:sp>
        <p:nvSpPr>
          <p:cNvPr id="13" name="Arrow: Up 12">
            <a:extLst>
              <a:ext uri="{FF2B5EF4-FFF2-40B4-BE49-F238E27FC236}">
                <a16:creationId xmlns:a16="http://schemas.microsoft.com/office/drawing/2014/main" id="{650D39E0-21A5-2E6F-6651-ABD1E5AE6130}"/>
              </a:ext>
            </a:extLst>
          </p:cNvPr>
          <p:cNvSpPr/>
          <p:nvPr/>
        </p:nvSpPr>
        <p:spPr>
          <a:xfrm>
            <a:off x="3416198" y="2626360"/>
            <a:ext cx="182880" cy="2543683"/>
          </a:xfrm>
          <a:prstGeom prst="up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Up 17">
            <a:extLst>
              <a:ext uri="{FF2B5EF4-FFF2-40B4-BE49-F238E27FC236}">
                <a16:creationId xmlns:a16="http://schemas.microsoft.com/office/drawing/2014/main" id="{054AD0C8-5EDF-9936-09FB-8E3AA82714AC}"/>
              </a:ext>
            </a:extLst>
          </p:cNvPr>
          <p:cNvSpPr/>
          <p:nvPr/>
        </p:nvSpPr>
        <p:spPr>
          <a:xfrm rot="17617741">
            <a:off x="2993808" y="4707067"/>
            <a:ext cx="182880" cy="731520"/>
          </a:xfrm>
          <a:prstGeom prst="up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1" name="Diagram 20">
            <a:extLst>
              <a:ext uri="{FF2B5EF4-FFF2-40B4-BE49-F238E27FC236}">
                <a16:creationId xmlns:a16="http://schemas.microsoft.com/office/drawing/2014/main" id="{A0DCF923-2BC4-AB26-4E35-8DC046B4E825}"/>
              </a:ext>
            </a:extLst>
          </p:cNvPr>
          <p:cNvGraphicFramePr/>
          <p:nvPr>
            <p:extLst>
              <p:ext uri="{D42A27DB-BD31-4B8C-83A1-F6EECF244321}">
                <p14:modId xmlns:p14="http://schemas.microsoft.com/office/powerpoint/2010/main" val="2427722960"/>
              </p:ext>
            </p:extLst>
          </p:nvPr>
        </p:nvGraphicFramePr>
        <p:xfrm>
          <a:off x="609599" y="179241"/>
          <a:ext cx="3039615" cy="9977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Oval 1">
            <a:extLst>
              <a:ext uri="{FF2B5EF4-FFF2-40B4-BE49-F238E27FC236}">
                <a16:creationId xmlns:a16="http://schemas.microsoft.com/office/drawing/2014/main" id="{5AB84BEA-6BAD-5935-8181-CED890A6F104}"/>
              </a:ext>
            </a:extLst>
          </p:cNvPr>
          <p:cNvSpPr/>
          <p:nvPr/>
        </p:nvSpPr>
        <p:spPr>
          <a:xfrm>
            <a:off x="6519177" y="1642448"/>
            <a:ext cx="324465" cy="33429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Narrow" panose="020B0606020202030204" pitchFamily="34" charset="0"/>
              </a:rPr>
              <a:t>1</a:t>
            </a:r>
          </a:p>
        </p:txBody>
      </p:sp>
      <p:sp>
        <p:nvSpPr>
          <p:cNvPr id="4" name="Oval 3">
            <a:extLst>
              <a:ext uri="{FF2B5EF4-FFF2-40B4-BE49-F238E27FC236}">
                <a16:creationId xmlns:a16="http://schemas.microsoft.com/office/drawing/2014/main" id="{0165FF13-28A0-CBC6-008A-1B17DCEF8CA7}"/>
              </a:ext>
            </a:extLst>
          </p:cNvPr>
          <p:cNvSpPr/>
          <p:nvPr/>
        </p:nvSpPr>
        <p:spPr>
          <a:xfrm>
            <a:off x="6519181" y="2255924"/>
            <a:ext cx="324465" cy="33429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Narrow" panose="020B0606020202030204" pitchFamily="34" charset="0"/>
              </a:rPr>
              <a:t>2</a:t>
            </a:r>
          </a:p>
        </p:txBody>
      </p:sp>
      <p:sp>
        <p:nvSpPr>
          <p:cNvPr id="6" name="Oval 5">
            <a:extLst>
              <a:ext uri="{FF2B5EF4-FFF2-40B4-BE49-F238E27FC236}">
                <a16:creationId xmlns:a16="http://schemas.microsoft.com/office/drawing/2014/main" id="{88B93E0C-2B94-D663-AB7D-645746BA6BD9}"/>
              </a:ext>
            </a:extLst>
          </p:cNvPr>
          <p:cNvSpPr/>
          <p:nvPr/>
        </p:nvSpPr>
        <p:spPr>
          <a:xfrm>
            <a:off x="6519178" y="2907908"/>
            <a:ext cx="324465" cy="33429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Narrow" panose="020B0606020202030204" pitchFamily="34" charset="0"/>
              </a:rPr>
              <a:t>3</a:t>
            </a:r>
          </a:p>
        </p:txBody>
      </p:sp>
      <p:sp>
        <p:nvSpPr>
          <p:cNvPr id="7" name="Oval 6">
            <a:extLst>
              <a:ext uri="{FF2B5EF4-FFF2-40B4-BE49-F238E27FC236}">
                <a16:creationId xmlns:a16="http://schemas.microsoft.com/office/drawing/2014/main" id="{01822EBF-F100-AAED-DF9E-51BD498AC07F}"/>
              </a:ext>
            </a:extLst>
          </p:cNvPr>
          <p:cNvSpPr/>
          <p:nvPr/>
        </p:nvSpPr>
        <p:spPr>
          <a:xfrm>
            <a:off x="6533422" y="3554928"/>
            <a:ext cx="324465" cy="33429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Narrow" panose="020B0606020202030204" pitchFamily="34" charset="0"/>
              </a:rPr>
              <a:t>4</a:t>
            </a:r>
          </a:p>
        </p:txBody>
      </p:sp>
      <p:sp>
        <p:nvSpPr>
          <p:cNvPr id="8" name="Oval 7">
            <a:extLst>
              <a:ext uri="{FF2B5EF4-FFF2-40B4-BE49-F238E27FC236}">
                <a16:creationId xmlns:a16="http://schemas.microsoft.com/office/drawing/2014/main" id="{9186E945-149F-CC64-F40B-F05174076DB0}"/>
              </a:ext>
            </a:extLst>
          </p:cNvPr>
          <p:cNvSpPr/>
          <p:nvPr/>
        </p:nvSpPr>
        <p:spPr>
          <a:xfrm>
            <a:off x="6519181" y="4173368"/>
            <a:ext cx="324465" cy="33429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Narrow" panose="020B0606020202030204" pitchFamily="34" charset="0"/>
              </a:rPr>
              <a:t>5</a:t>
            </a:r>
          </a:p>
        </p:txBody>
      </p:sp>
      <p:sp>
        <p:nvSpPr>
          <p:cNvPr id="9" name="Oval 8">
            <a:extLst>
              <a:ext uri="{FF2B5EF4-FFF2-40B4-BE49-F238E27FC236}">
                <a16:creationId xmlns:a16="http://schemas.microsoft.com/office/drawing/2014/main" id="{F5454603-0F20-055A-E9D8-1AD21D3065B5}"/>
              </a:ext>
            </a:extLst>
          </p:cNvPr>
          <p:cNvSpPr/>
          <p:nvPr/>
        </p:nvSpPr>
        <p:spPr>
          <a:xfrm>
            <a:off x="6519180" y="4819771"/>
            <a:ext cx="324465" cy="33429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Narrow" panose="020B0606020202030204" pitchFamily="34" charset="0"/>
              </a:rPr>
              <a:t>6</a:t>
            </a:r>
          </a:p>
        </p:txBody>
      </p:sp>
      <p:sp>
        <p:nvSpPr>
          <p:cNvPr id="10" name="Oval 9">
            <a:extLst>
              <a:ext uri="{FF2B5EF4-FFF2-40B4-BE49-F238E27FC236}">
                <a16:creationId xmlns:a16="http://schemas.microsoft.com/office/drawing/2014/main" id="{F611ABD4-C627-A5FE-360C-DE200CE0B916}"/>
              </a:ext>
            </a:extLst>
          </p:cNvPr>
          <p:cNvSpPr/>
          <p:nvPr/>
        </p:nvSpPr>
        <p:spPr>
          <a:xfrm>
            <a:off x="6519179" y="5440324"/>
            <a:ext cx="324465" cy="33429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Narrow" panose="020B0606020202030204" pitchFamily="34" charset="0"/>
              </a:rPr>
              <a:t>7</a:t>
            </a:r>
          </a:p>
        </p:txBody>
      </p:sp>
      <p:sp>
        <p:nvSpPr>
          <p:cNvPr id="11" name="Oval 10">
            <a:extLst>
              <a:ext uri="{FF2B5EF4-FFF2-40B4-BE49-F238E27FC236}">
                <a16:creationId xmlns:a16="http://schemas.microsoft.com/office/drawing/2014/main" id="{EFE75790-12D4-ACA7-8E3D-CE3C0B5054BD}"/>
              </a:ext>
            </a:extLst>
          </p:cNvPr>
          <p:cNvSpPr/>
          <p:nvPr/>
        </p:nvSpPr>
        <p:spPr>
          <a:xfrm>
            <a:off x="3605540" y="5106027"/>
            <a:ext cx="324465" cy="33429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Narrow" panose="020B0606020202030204" pitchFamily="34" charset="0"/>
              </a:rPr>
              <a:t>8</a:t>
            </a:r>
          </a:p>
        </p:txBody>
      </p:sp>
      <p:sp>
        <p:nvSpPr>
          <p:cNvPr id="12" name="Oval 11">
            <a:extLst>
              <a:ext uri="{FF2B5EF4-FFF2-40B4-BE49-F238E27FC236}">
                <a16:creationId xmlns:a16="http://schemas.microsoft.com/office/drawing/2014/main" id="{7208CC60-ED9A-EB5D-DADE-832731741531}"/>
              </a:ext>
            </a:extLst>
          </p:cNvPr>
          <p:cNvSpPr/>
          <p:nvPr/>
        </p:nvSpPr>
        <p:spPr>
          <a:xfrm>
            <a:off x="6519179" y="6060877"/>
            <a:ext cx="324465" cy="334297"/>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Narrow" panose="020B0606020202030204" pitchFamily="34" charset="0"/>
              </a:rPr>
              <a:t>8</a:t>
            </a:r>
          </a:p>
        </p:txBody>
      </p:sp>
    </p:spTree>
    <p:extLst>
      <p:ext uri="{BB962C8B-B14F-4D97-AF65-F5344CB8AC3E}">
        <p14:creationId xmlns:p14="http://schemas.microsoft.com/office/powerpoint/2010/main" val="19072215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050EF-99C9-56DF-6EA3-01CABB026641}"/>
            </a:ext>
          </a:extLst>
        </p:cNvPr>
        <p:cNvGrpSpPr/>
        <p:nvPr/>
      </p:nvGrpSpPr>
      <p:grpSpPr>
        <a:xfrm>
          <a:off x="0" y="0"/>
          <a:ext cx="0" cy="0"/>
          <a:chOff x="0" y="0"/>
          <a:chExt cx="0" cy="0"/>
        </a:xfrm>
      </p:grpSpPr>
      <p:sp>
        <p:nvSpPr>
          <p:cNvPr id="48" name="Text 42">
            <a:extLst>
              <a:ext uri="{FF2B5EF4-FFF2-40B4-BE49-F238E27FC236}">
                <a16:creationId xmlns:a16="http://schemas.microsoft.com/office/drawing/2014/main" id="{6EAB7DB7-58A8-4E33-06BD-8DF4B6E6991C}"/>
              </a:ext>
            </a:extLst>
          </p:cNvPr>
          <p:cNvSpPr/>
          <p:nvPr/>
        </p:nvSpPr>
        <p:spPr>
          <a:xfrm>
            <a:off x="9356076" y="4904828"/>
            <a:ext cx="2560320" cy="646176"/>
          </a:xfrm>
          <a:prstGeom prst="rect">
            <a:avLst/>
          </a:prstGeom>
          <a:noFill/>
          <a:ln/>
        </p:spPr>
        <p:txBody>
          <a:bodyPr wrap="square" lIns="67733" tIns="67733" rIns="67733" bIns="67733" rtlCol="0" anchor="ctr"/>
          <a:lstStyle/>
          <a:p>
            <a:endParaRPr lang="en-US" sz="1467" dirty="0">
              <a:latin typeface="Arial Narrow" panose="020B0606020202030204" pitchFamily="34" charset="0"/>
            </a:endParaRPr>
          </a:p>
        </p:txBody>
      </p:sp>
      <p:grpSp>
        <p:nvGrpSpPr>
          <p:cNvPr id="84" name="Group 83">
            <a:extLst>
              <a:ext uri="{FF2B5EF4-FFF2-40B4-BE49-F238E27FC236}">
                <a16:creationId xmlns:a16="http://schemas.microsoft.com/office/drawing/2014/main" id="{F4C96A88-56B8-5312-5B51-7B6508DAF192}"/>
              </a:ext>
            </a:extLst>
          </p:cNvPr>
          <p:cNvGrpSpPr/>
          <p:nvPr/>
        </p:nvGrpSpPr>
        <p:grpSpPr>
          <a:xfrm>
            <a:off x="877823" y="5033904"/>
            <a:ext cx="10436352" cy="1245848"/>
            <a:chOff x="951042" y="5063719"/>
            <a:chExt cx="10436352" cy="1245848"/>
          </a:xfrm>
        </p:grpSpPr>
        <p:sp>
          <p:nvSpPr>
            <p:cNvPr id="52" name="Shape 27">
              <a:extLst>
                <a:ext uri="{FF2B5EF4-FFF2-40B4-BE49-F238E27FC236}">
                  <a16:creationId xmlns:a16="http://schemas.microsoft.com/office/drawing/2014/main" id="{25E18BEC-523F-A1DC-F6E4-93AF1FD1637C}"/>
                </a:ext>
              </a:extLst>
            </p:cNvPr>
            <p:cNvSpPr/>
            <p:nvPr/>
          </p:nvSpPr>
          <p:spPr>
            <a:xfrm>
              <a:off x="951042" y="5090367"/>
              <a:ext cx="10436352" cy="365760"/>
            </a:xfrm>
            <a:prstGeom prst="rect">
              <a:avLst/>
            </a:prstGeom>
            <a:solidFill>
              <a:srgbClr val="5EAD3C"/>
            </a:solidFill>
            <a:ln w="12700">
              <a:solidFill>
                <a:srgbClr val="5EAD3C"/>
              </a:solidFill>
              <a:prstDash val="solid"/>
            </a:ln>
          </p:spPr>
          <p:txBody>
            <a:bodyPr/>
            <a:lstStyle/>
            <a:p>
              <a:endParaRPr lang="en-US" sz="2400">
                <a:latin typeface="Arial Narrow" panose="020B0606020202030204" pitchFamily="34" charset="0"/>
              </a:endParaRPr>
            </a:p>
          </p:txBody>
        </p:sp>
        <p:sp>
          <p:nvSpPr>
            <p:cNvPr id="53" name="Text 28">
              <a:extLst>
                <a:ext uri="{FF2B5EF4-FFF2-40B4-BE49-F238E27FC236}">
                  <a16:creationId xmlns:a16="http://schemas.microsoft.com/office/drawing/2014/main" id="{50319AF3-D2C0-8645-DE20-9C3040FAAE8C}"/>
                </a:ext>
              </a:extLst>
            </p:cNvPr>
            <p:cNvSpPr/>
            <p:nvPr/>
          </p:nvSpPr>
          <p:spPr>
            <a:xfrm>
              <a:off x="951042" y="5063719"/>
              <a:ext cx="10411968" cy="392408"/>
            </a:xfrm>
            <a:prstGeom prst="rect">
              <a:avLst/>
            </a:prstGeom>
            <a:noFill/>
            <a:ln/>
          </p:spPr>
          <p:txBody>
            <a:bodyPr wrap="square" lIns="0" tIns="0" rIns="0" bIns="0" rtlCol="0" anchor="ctr"/>
            <a:lstStyle/>
            <a:p>
              <a:pPr algn="ctr"/>
              <a:r>
                <a:rPr lang="en-US" sz="1600" b="1" dirty="0">
                  <a:solidFill>
                    <a:srgbClr val="FFFFFF"/>
                  </a:solidFill>
                  <a:latin typeface="Arial Narrow" panose="020B0606020202030204" pitchFamily="34" charset="0"/>
                </a:rPr>
                <a:t>9-State FSM Flow  |  </a:t>
              </a:r>
              <a:r>
                <a:rPr lang="en-US" sz="1600" b="1" dirty="0" err="1">
                  <a:solidFill>
                    <a:srgbClr val="FFFFFF"/>
                  </a:solidFill>
                  <a:latin typeface="Arial Narrow" panose="020B0606020202030204" pitchFamily="34" charset="0"/>
                </a:rPr>
                <a:t>Luồng</a:t>
              </a:r>
              <a:r>
                <a:rPr lang="en-US" sz="1600" b="1" dirty="0">
                  <a:solidFill>
                    <a:srgbClr val="FFFFFF"/>
                  </a:solidFill>
                  <a:latin typeface="Arial Narrow" panose="020B0606020202030204" pitchFamily="34" charset="0"/>
                </a:rPr>
                <a:t> 9 trạng thái</a:t>
              </a:r>
              <a:endParaRPr lang="en-US" sz="1600" dirty="0">
                <a:latin typeface="Arial Narrow" panose="020B0606020202030204" pitchFamily="34" charset="0"/>
              </a:endParaRPr>
            </a:p>
          </p:txBody>
        </p:sp>
        <p:sp>
          <p:nvSpPr>
            <p:cNvPr id="54" name="Shape 29">
              <a:extLst>
                <a:ext uri="{FF2B5EF4-FFF2-40B4-BE49-F238E27FC236}">
                  <a16:creationId xmlns:a16="http://schemas.microsoft.com/office/drawing/2014/main" id="{5FA1819A-09CA-9D06-108A-6C85F0579A2B}"/>
                </a:ext>
              </a:extLst>
            </p:cNvPr>
            <p:cNvSpPr/>
            <p:nvPr/>
          </p:nvSpPr>
          <p:spPr>
            <a:xfrm>
              <a:off x="951042" y="5517087"/>
              <a:ext cx="1072896" cy="792480"/>
            </a:xfrm>
            <a:prstGeom prst="rect">
              <a:avLst/>
            </a:prstGeom>
            <a:solidFill>
              <a:srgbClr val="5E6B7A"/>
            </a:solidFill>
            <a:ln w="12700">
              <a:solidFill>
                <a:srgbClr val="5E6B7A"/>
              </a:solidFill>
              <a:prstDash val="solid"/>
            </a:ln>
          </p:spPr>
          <p:txBody>
            <a:bodyPr/>
            <a:lstStyle/>
            <a:p>
              <a:endParaRPr lang="en-US" sz="2400">
                <a:latin typeface="Arial Narrow" panose="020B0606020202030204" pitchFamily="34" charset="0"/>
              </a:endParaRPr>
            </a:p>
          </p:txBody>
        </p:sp>
        <p:sp>
          <p:nvSpPr>
            <p:cNvPr id="55" name="Text 30">
              <a:extLst>
                <a:ext uri="{FF2B5EF4-FFF2-40B4-BE49-F238E27FC236}">
                  <a16:creationId xmlns:a16="http://schemas.microsoft.com/office/drawing/2014/main" id="{8B5F8BD7-F559-AFE4-BEF1-15B0D4325476}"/>
                </a:ext>
              </a:extLst>
            </p:cNvPr>
            <p:cNvSpPr/>
            <p:nvPr/>
          </p:nvSpPr>
          <p:spPr>
            <a:xfrm>
              <a:off x="951042" y="5517087"/>
              <a:ext cx="1072896" cy="792480"/>
            </a:xfrm>
            <a:prstGeom prst="rect">
              <a:avLst/>
            </a:prstGeom>
            <a:noFill/>
            <a:ln/>
          </p:spPr>
          <p:txBody>
            <a:bodyPr wrap="square" lIns="0" tIns="0" rIns="0" bIns="0" rtlCol="0" anchor="ctr"/>
            <a:lstStyle/>
            <a:p>
              <a:pPr algn="ctr"/>
              <a:r>
                <a:rPr lang="en-US" sz="1200" b="1" dirty="0">
                  <a:solidFill>
                    <a:srgbClr val="FFFFFF"/>
                  </a:solidFill>
                  <a:latin typeface="Arial Narrow" panose="020B0606020202030204" pitchFamily="34" charset="0"/>
                </a:rPr>
                <a:t>IDLE</a:t>
              </a:r>
              <a:endParaRPr lang="en-US" sz="1200" dirty="0">
                <a:latin typeface="Arial Narrow" panose="020B0606020202030204" pitchFamily="34" charset="0"/>
              </a:endParaRPr>
            </a:p>
          </p:txBody>
        </p:sp>
        <p:sp>
          <p:nvSpPr>
            <p:cNvPr id="59" name="Shape 34">
              <a:extLst>
                <a:ext uri="{FF2B5EF4-FFF2-40B4-BE49-F238E27FC236}">
                  <a16:creationId xmlns:a16="http://schemas.microsoft.com/office/drawing/2014/main" id="{A122300A-2A84-1462-9E1A-324354659A3F}"/>
                </a:ext>
              </a:extLst>
            </p:cNvPr>
            <p:cNvSpPr/>
            <p:nvPr/>
          </p:nvSpPr>
          <p:spPr>
            <a:xfrm>
              <a:off x="2023938" y="5907231"/>
              <a:ext cx="97536" cy="0"/>
            </a:xfrm>
            <a:prstGeom prst="line">
              <a:avLst/>
            </a:prstGeom>
            <a:noFill/>
            <a:ln w="12700">
              <a:solidFill>
                <a:srgbClr val="555555"/>
              </a:solidFill>
              <a:prstDash val="solid"/>
            </a:ln>
          </p:spPr>
          <p:txBody>
            <a:bodyPr/>
            <a:lstStyle/>
            <a:p>
              <a:endParaRPr lang="en-US" sz="2400">
                <a:latin typeface="Arial Narrow" panose="020B0606020202030204" pitchFamily="34" charset="0"/>
              </a:endParaRPr>
            </a:p>
          </p:txBody>
        </p:sp>
        <p:sp>
          <p:nvSpPr>
            <p:cNvPr id="60" name="Shape 35">
              <a:extLst>
                <a:ext uri="{FF2B5EF4-FFF2-40B4-BE49-F238E27FC236}">
                  <a16:creationId xmlns:a16="http://schemas.microsoft.com/office/drawing/2014/main" id="{7B4EDB45-3756-567E-38B7-0576F739FE84}"/>
                </a:ext>
              </a:extLst>
            </p:cNvPr>
            <p:cNvSpPr/>
            <p:nvPr/>
          </p:nvSpPr>
          <p:spPr>
            <a:xfrm>
              <a:off x="2121474" y="5517087"/>
              <a:ext cx="1072896" cy="792480"/>
            </a:xfrm>
            <a:prstGeom prst="rect">
              <a:avLst/>
            </a:prstGeom>
            <a:solidFill>
              <a:srgbClr val="5EAD3C"/>
            </a:solidFill>
            <a:ln w="12700">
              <a:solidFill>
                <a:srgbClr val="5EAD3C"/>
              </a:solidFill>
              <a:prstDash val="solid"/>
            </a:ln>
          </p:spPr>
          <p:txBody>
            <a:bodyPr/>
            <a:lstStyle/>
            <a:p>
              <a:endParaRPr lang="en-US" sz="2400">
                <a:latin typeface="Arial Narrow" panose="020B0606020202030204" pitchFamily="34" charset="0"/>
              </a:endParaRPr>
            </a:p>
          </p:txBody>
        </p:sp>
        <p:sp>
          <p:nvSpPr>
            <p:cNvPr id="61" name="Text 36">
              <a:extLst>
                <a:ext uri="{FF2B5EF4-FFF2-40B4-BE49-F238E27FC236}">
                  <a16:creationId xmlns:a16="http://schemas.microsoft.com/office/drawing/2014/main" id="{3AE3F7FB-4E87-BE09-7888-B4F757F7ACAC}"/>
                </a:ext>
              </a:extLst>
            </p:cNvPr>
            <p:cNvSpPr/>
            <p:nvPr/>
          </p:nvSpPr>
          <p:spPr>
            <a:xfrm>
              <a:off x="2121474" y="5517087"/>
              <a:ext cx="1072896" cy="792480"/>
            </a:xfrm>
            <a:prstGeom prst="rect">
              <a:avLst/>
            </a:prstGeom>
            <a:noFill/>
            <a:ln/>
          </p:spPr>
          <p:txBody>
            <a:bodyPr wrap="square" lIns="0" tIns="0" rIns="0" bIns="0" rtlCol="0" anchor="ctr"/>
            <a:lstStyle/>
            <a:p>
              <a:pPr algn="ctr"/>
              <a:r>
                <a:rPr lang="en-US" sz="1200" b="1" dirty="0">
                  <a:solidFill>
                    <a:srgbClr val="FFFFFF"/>
                  </a:solidFill>
                  <a:latin typeface="Arial Narrow" panose="020B0606020202030204" pitchFamily="34" charset="0"/>
                </a:rPr>
                <a:t>FOLLOW</a:t>
              </a:r>
              <a:endParaRPr lang="en-US" sz="1200" dirty="0">
                <a:latin typeface="Arial Narrow" panose="020B0606020202030204" pitchFamily="34" charset="0"/>
              </a:endParaRPr>
            </a:p>
            <a:p>
              <a:pPr algn="ctr"/>
              <a:r>
                <a:rPr lang="en-US" sz="1200" b="1" dirty="0">
                  <a:solidFill>
                    <a:srgbClr val="FFFFFF"/>
                  </a:solidFill>
                  <a:latin typeface="Arial Narrow" panose="020B0606020202030204" pitchFamily="34" charset="0"/>
                </a:rPr>
                <a:t>LINE</a:t>
              </a:r>
              <a:endParaRPr lang="en-US" sz="1200" dirty="0">
                <a:latin typeface="Arial Narrow" panose="020B0606020202030204" pitchFamily="34" charset="0"/>
              </a:endParaRPr>
            </a:p>
          </p:txBody>
        </p:sp>
        <p:sp>
          <p:nvSpPr>
            <p:cNvPr id="62" name="Shape 37">
              <a:extLst>
                <a:ext uri="{FF2B5EF4-FFF2-40B4-BE49-F238E27FC236}">
                  <a16:creationId xmlns:a16="http://schemas.microsoft.com/office/drawing/2014/main" id="{E92FD50F-E3A9-596F-B650-388EFC059839}"/>
                </a:ext>
              </a:extLst>
            </p:cNvPr>
            <p:cNvSpPr/>
            <p:nvPr/>
          </p:nvSpPr>
          <p:spPr>
            <a:xfrm>
              <a:off x="3194370" y="5907231"/>
              <a:ext cx="97536" cy="0"/>
            </a:xfrm>
            <a:prstGeom prst="line">
              <a:avLst/>
            </a:prstGeom>
            <a:noFill/>
            <a:ln w="12700">
              <a:solidFill>
                <a:srgbClr val="555555"/>
              </a:solidFill>
              <a:prstDash val="solid"/>
            </a:ln>
          </p:spPr>
          <p:txBody>
            <a:bodyPr/>
            <a:lstStyle/>
            <a:p>
              <a:endParaRPr lang="en-US" sz="2400">
                <a:latin typeface="Arial Narrow" panose="020B0606020202030204" pitchFamily="34" charset="0"/>
              </a:endParaRPr>
            </a:p>
          </p:txBody>
        </p:sp>
        <p:sp>
          <p:nvSpPr>
            <p:cNvPr id="63" name="Shape 38">
              <a:extLst>
                <a:ext uri="{FF2B5EF4-FFF2-40B4-BE49-F238E27FC236}">
                  <a16:creationId xmlns:a16="http://schemas.microsoft.com/office/drawing/2014/main" id="{4CED1F2D-36F2-5611-1EBB-A58F7CF01A60}"/>
                </a:ext>
              </a:extLst>
            </p:cNvPr>
            <p:cNvSpPr/>
            <p:nvPr/>
          </p:nvSpPr>
          <p:spPr>
            <a:xfrm>
              <a:off x="3291906" y="5517087"/>
              <a:ext cx="1072896" cy="792480"/>
            </a:xfrm>
            <a:prstGeom prst="rect">
              <a:avLst/>
            </a:prstGeom>
            <a:solidFill>
              <a:srgbClr val="4472C4"/>
            </a:solidFill>
            <a:ln w="12700">
              <a:solidFill>
                <a:srgbClr val="4472C4"/>
              </a:solidFill>
              <a:prstDash val="solid"/>
            </a:ln>
          </p:spPr>
          <p:txBody>
            <a:bodyPr/>
            <a:lstStyle/>
            <a:p>
              <a:endParaRPr lang="en-US" sz="2400">
                <a:latin typeface="Arial Narrow" panose="020B0606020202030204" pitchFamily="34" charset="0"/>
              </a:endParaRPr>
            </a:p>
          </p:txBody>
        </p:sp>
        <p:sp>
          <p:nvSpPr>
            <p:cNvPr id="64" name="Text 39">
              <a:extLst>
                <a:ext uri="{FF2B5EF4-FFF2-40B4-BE49-F238E27FC236}">
                  <a16:creationId xmlns:a16="http://schemas.microsoft.com/office/drawing/2014/main" id="{4DBDD98F-BB9A-1F98-7BD1-6EF3CE314B2C}"/>
                </a:ext>
              </a:extLst>
            </p:cNvPr>
            <p:cNvSpPr/>
            <p:nvPr/>
          </p:nvSpPr>
          <p:spPr>
            <a:xfrm>
              <a:off x="3291906" y="5517087"/>
              <a:ext cx="1072896" cy="792480"/>
            </a:xfrm>
            <a:prstGeom prst="rect">
              <a:avLst/>
            </a:prstGeom>
            <a:noFill/>
            <a:ln/>
          </p:spPr>
          <p:txBody>
            <a:bodyPr wrap="square" lIns="0" tIns="0" rIns="0" bIns="0" rtlCol="0" anchor="ctr"/>
            <a:lstStyle/>
            <a:p>
              <a:pPr algn="ctr"/>
              <a:r>
                <a:rPr lang="en-US" sz="1200" b="1" dirty="0">
                  <a:solidFill>
                    <a:srgbClr val="FFFFFF"/>
                  </a:solidFill>
                  <a:latin typeface="Arial Narrow" panose="020B0606020202030204" pitchFamily="34" charset="0"/>
                </a:rPr>
                <a:t>STATION</a:t>
              </a:r>
              <a:endParaRPr lang="en-US" sz="1200" dirty="0">
                <a:latin typeface="Arial Narrow" panose="020B0606020202030204" pitchFamily="34" charset="0"/>
              </a:endParaRPr>
            </a:p>
          </p:txBody>
        </p:sp>
        <p:sp>
          <p:nvSpPr>
            <p:cNvPr id="65" name="Shape 40">
              <a:extLst>
                <a:ext uri="{FF2B5EF4-FFF2-40B4-BE49-F238E27FC236}">
                  <a16:creationId xmlns:a16="http://schemas.microsoft.com/office/drawing/2014/main" id="{5A5583A4-545C-D12E-B77E-73807B162478}"/>
                </a:ext>
              </a:extLst>
            </p:cNvPr>
            <p:cNvSpPr/>
            <p:nvPr/>
          </p:nvSpPr>
          <p:spPr>
            <a:xfrm>
              <a:off x="4364802" y="5907231"/>
              <a:ext cx="97536" cy="0"/>
            </a:xfrm>
            <a:prstGeom prst="line">
              <a:avLst/>
            </a:prstGeom>
            <a:noFill/>
            <a:ln w="12700">
              <a:solidFill>
                <a:srgbClr val="555555"/>
              </a:solidFill>
              <a:prstDash val="solid"/>
            </a:ln>
          </p:spPr>
          <p:txBody>
            <a:bodyPr/>
            <a:lstStyle/>
            <a:p>
              <a:endParaRPr lang="en-US" sz="2400">
                <a:latin typeface="Arial Narrow" panose="020B0606020202030204" pitchFamily="34" charset="0"/>
              </a:endParaRPr>
            </a:p>
          </p:txBody>
        </p:sp>
        <p:sp>
          <p:nvSpPr>
            <p:cNvPr id="66" name="Shape 41">
              <a:extLst>
                <a:ext uri="{FF2B5EF4-FFF2-40B4-BE49-F238E27FC236}">
                  <a16:creationId xmlns:a16="http://schemas.microsoft.com/office/drawing/2014/main" id="{BB28EAF0-2BF9-24C0-C48C-04CCDEF7FFA1}"/>
                </a:ext>
              </a:extLst>
            </p:cNvPr>
            <p:cNvSpPr/>
            <p:nvPr/>
          </p:nvSpPr>
          <p:spPr>
            <a:xfrm>
              <a:off x="4462338" y="5517087"/>
              <a:ext cx="1072896" cy="792480"/>
            </a:xfrm>
            <a:prstGeom prst="rect">
              <a:avLst/>
            </a:prstGeom>
            <a:solidFill>
              <a:srgbClr val="4472C4"/>
            </a:solidFill>
            <a:ln w="12700">
              <a:solidFill>
                <a:srgbClr val="4472C4"/>
              </a:solidFill>
              <a:prstDash val="solid"/>
            </a:ln>
          </p:spPr>
          <p:txBody>
            <a:bodyPr/>
            <a:lstStyle/>
            <a:p>
              <a:endParaRPr lang="en-US" sz="2400">
                <a:latin typeface="Arial Narrow" panose="020B0606020202030204" pitchFamily="34" charset="0"/>
              </a:endParaRPr>
            </a:p>
          </p:txBody>
        </p:sp>
        <p:sp>
          <p:nvSpPr>
            <p:cNvPr id="67" name="Text 42">
              <a:extLst>
                <a:ext uri="{FF2B5EF4-FFF2-40B4-BE49-F238E27FC236}">
                  <a16:creationId xmlns:a16="http://schemas.microsoft.com/office/drawing/2014/main" id="{2106557D-F33D-1B2A-F992-880758EFD9BA}"/>
                </a:ext>
              </a:extLst>
            </p:cNvPr>
            <p:cNvSpPr/>
            <p:nvPr/>
          </p:nvSpPr>
          <p:spPr>
            <a:xfrm>
              <a:off x="4462338" y="5517087"/>
              <a:ext cx="1072896" cy="792480"/>
            </a:xfrm>
            <a:prstGeom prst="rect">
              <a:avLst/>
            </a:prstGeom>
            <a:noFill/>
            <a:ln/>
          </p:spPr>
          <p:txBody>
            <a:bodyPr wrap="square" lIns="0" tIns="0" rIns="0" bIns="0" rtlCol="0" anchor="ctr"/>
            <a:lstStyle/>
            <a:p>
              <a:pPr algn="ctr"/>
              <a:r>
                <a:rPr lang="en-US" sz="1200" b="1" dirty="0">
                  <a:solidFill>
                    <a:srgbClr val="FFFFFF"/>
                  </a:solidFill>
                  <a:latin typeface="Arial Narrow" panose="020B0606020202030204" pitchFamily="34" charset="0"/>
                </a:rPr>
                <a:t>STATION</a:t>
              </a:r>
              <a:endParaRPr lang="en-US" sz="1200" dirty="0">
                <a:latin typeface="Arial Narrow" panose="020B0606020202030204" pitchFamily="34" charset="0"/>
              </a:endParaRPr>
            </a:p>
            <a:p>
              <a:pPr algn="ctr"/>
              <a:r>
                <a:rPr lang="en-US" sz="1200" b="1" dirty="0">
                  <a:solidFill>
                    <a:srgbClr val="FFFFFF"/>
                  </a:solidFill>
                  <a:latin typeface="Arial Narrow" panose="020B0606020202030204" pitchFamily="34" charset="0"/>
                </a:rPr>
                <a:t>STOP</a:t>
              </a:r>
              <a:endParaRPr lang="en-US" sz="1200" dirty="0">
                <a:latin typeface="Arial Narrow" panose="020B0606020202030204" pitchFamily="34" charset="0"/>
              </a:endParaRPr>
            </a:p>
          </p:txBody>
        </p:sp>
        <p:sp>
          <p:nvSpPr>
            <p:cNvPr id="68" name="Shape 43">
              <a:extLst>
                <a:ext uri="{FF2B5EF4-FFF2-40B4-BE49-F238E27FC236}">
                  <a16:creationId xmlns:a16="http://schemas.microsoft.com/office/drawing/2014/main" id="{49D036CF-F423-8AD3-057E-F76A6B4F6CB3}"/>
                </a:ext>
              </a:extLst>
            </p:cNvPr>
            <p:cNvSpPr/>
            <p:nvPr/>
          </p:nvSpPr>
          <p:spPr>
            <a:xfrm>
              <a:off x="5535234" y="5907231"/>
              <a:ext cx="97536" cy="0"/>
            </a:xfrm>
            <a:prstGeom prst="line">
              <a:avLst/>
            </a:prstGeom>
            <a:noFill/>
            <a:ln w="12700">
              <a:solidFill>
                <a:srgbClr val="555555"/>
              </a:solidFill>
              <a:prstDash val="solid"/>
            </a:ln>
          </p:spPr>
          <p:txBody>
            <a:bodyPr/>
            <a:lstStyle/>
            <a:p>
              <a:endParaRPr lang="en-US" sz="2400">
                <a:latin typeface="Arial Narrow" panose="020B0606020202030204" pitchFamily="34" charset="0"/>
              </a:endParaRPr>
            </a:p>
          </p:txBody>
        </p:sp>
        <p:sp>
          <p:nvSpPr>
            <p:cNvPr id="69" name="Shape 44">
              <a:extLst>
                <a:ext uri="{FF2B5EF4-FFF2-40B4-BE49-F238E27FC236}">
                  <a16:creationId xmlns:a16="http://schemas.microsoft.com/office/drawing/2014/main" id="{BDCD6549-C8F9-13C0-722E-34DA401B6506}"/>
                </a:ext>
              </a:extLst>
            </p:cNvPr>
            <p:cNvSpPr/>
            <p:nvPr/>
          </p:nvSpPr>
          <p:spPr>
            <a:xfrm>
              <a:off x="5632770" y="5517087"/>
              <a:ext cx="1072896" cy="792480"/>
            </a:xfrm>
            <a:prstGeom prst="rect">
              <a:avLst/>
            </a:prstGeom>
            <a:solidFill>
              <a:srgbClr val="4472C4"/>
            </a:solidFill>
            <a:ln w="12700">
              <a:solidFill>
                <a:srgbClr val="4472C4"/>
              </a:solidFill>
              <a:prstDash val="solid"/>
            </a:ln>
          </p:spPr>
          <p:txBody>
            <a:bodyPr/>
            <a:lstStyle/>
            <a:p>
              <a:endParaRPr lang="en-US" sz="2400">
                <a:latin typeface="Arial Narrow" panose="020B0606020202030204" pitchFamily="34" charset="0"/>
              </a:endParaRPr>
            </a:p>
          </p:txBody>
        </p:sp>
        <p:sp>
          <p:nvSpPr>
            <p:cNvPr id="70" name="Text 45">
              <a:extLst>
                <a:ext uri="{FF2B5EF4-FFF2-40B4-BE49-F238E27FC236}">
                  <a16:creationId xmlns:a16="http://schemas.microsoft.com/office/drawing/2014/main" id="{BBB7E9FE-29FD-8E0C-6D0D-5FCB4CB39859}"/>
                </a:ext>
              </a:extLst>
            </p:cNvPr>
            <p:cNvSpPr/>
            <p:nvPr/>
          </p:nvSpPr>
          <p:spPr>
            <a:xfrm>
              <a:off x="5632770" y="5517087"/>
              <a:ext cx="1072896" cy="792480"/>
            </a:xfrm>
            <a:prstGeom prst="rect">
              <a:avLst/>
            </a:prstGeom>
            <a:noFill/>
            <a:ln/>
          </p:spPr>
          <p:txBody>
            <a:bodyPr wrap="square" lIns="0" tIns="0" rIns="0" bIns="0" rtlCol="0" anchor="ctr"/>
            <a:lstStyle/>
            <a:p>
              <a:pPr algn="ctr"/>
              <a:r>
                <a:rPr lang="en-US" sz="1200" b="1" dirty="0">
                  <a:solidFill>
                    <a:srgbClr val="FFFFFF"/>
                  </a:solidFill>
                  <a:latin typeface="Arial Narrow" panose="020B0606020202030204" pitchFamily="34" charset="0"/>
                </a:rPr>
                <a:t>STATION</a:t>
              </a:r>
              <a:endParaRPr lang="en-US" sz="1200" dirty="0">
                <a:latin typeface="Arial Narrow" panose="020B0606020202030204" pitchFamily="34" charset="0"/>
              </a:endParaRPr>
            </a:p>
            <a:p>
              <a:pPr algn="ctr"/>
              <a:r>
                <a:rPr lang="en-US" sz="1200" b="1" dirty="0">
                  <a:solidFill>
                    <a:srgbClr val="FFFFFF"/>
                  </a:solidFill>
                  <a:latin typeface="Arial Narrow" panose="020B0606020202030204" pitchFamily="34" charset="0"/>
                </a:rPr>
                <a:t>BACK</a:t>
              </a:r>
              <a:endParaRPr lang="en-US" sz="1200" dirty="0">
                <a:latin typeface="Arial Narrow" panose="020B0606020202030204" pitchFamily="34" charset="0"/>
              </a:endParaRPr>
            </a:p>
          </p:txBody>
        </p:sp>
        <p:sp>
          <p:nvSpPr>
            <p:cNvPr id="71" name="Shape 46">
              <a:extLst>
                <a:ext uri="{FF2B5EF4-FFF2-40B4-BE49-F238E27FC236}">
                  <a16:creationId xmlns:a16="http://schemas.microsoft.com/office/drawing/2014/main" id="{388F3954-CCB7-FBE4-6541-7D213991AB4C}"/>
                </a:ext>
              </a:extLst>
            </p:cNvPr>
            <p:cNvSpPr/>
            <p:nvPr/>
          </p:nvSpPr>
          <p:spPr>
            <a:xfrm>
              <a:off x="6705666" y="5907231"/>
              <a:ext cx="97536" cy="0"/>
            </a:xfrm>
            <a:prstGeom prst="line">
              <a:avLst/>
            </a:prstGeom>
            <a:noFill/>
            <a:ln w="12700">
              <a:solidFill>
                <a:srgbClr val="555555"/>
              </a:solidFill>
              <a:prstDash val="solid"/>
            </a:ln>
          </p:spPr>
          <p:txBody>
            <a:bodyPr/>
            <a:lstStyle/>
            <a:p>
              <a:endParaRPr lang="en-US" sz="2400">
                <a:latin typeface="Arial Narrow" panose="020B0606020202030204" pitchFamily="34" charset="0"/>
              </a:endParaRPr>
            </a:p>
          </p:txBody>
        </p:sp>
        <p:sp>
          <p:nvSpPr>
            <p:cNvPr id="72" name="Shape 47">
              <a:extLst>
                <a:ext uri="{FF2B5EF4-FFF2-40B4-BE49-F238E27FC236}">
                  <a16:creationId xmlns:a16="http://schemas.microsoft.com/office/drawing/2014/main" id="{89A687C2-9519-ADF2-D490-F555995B1918}"/>
                </a:ext>
              </a:extLst>
            </p:cNvPr>
            <p:cNvSpPr/>
            <p:nvPr/>
          </p:nvSpPr>
          <p:spPr>
            <a:xfrm>
              <a:off x="6803202" y="5517087"/>
              <a:ext cx="1072896" cy="792480"/>
            </a:xfrm>
            <a:prstGeom prst="rect">
              <a:avLst/>
            </a:prstGeom>
            <a:solidFill>
              <a:srgbClr val="0097A7"/>
            </a:solidFill>
            <a:ln w="12700">
              <a:solidFill>
                <a:srgbClr val="0097A7"/>
              </a:solidFill>
              <a:prstDash val="solid"/>
            </a:ln>
          </p:spPr>
          <p:txBody>
            <a:bodyPr/>
            <a:lstStyle/>
            <a:p>
              <a:endParaRPr lang="en-US" sz="2400">
                <a:latin typeface="Arial Narrow" panose="020B0606020202030204" pitchFamily="34" charset="0"/>
              </a:endParaRPr>
            </a:p>
          </p:txBody>
        </p:sp>
        <p:sp>
          <p:nvSpPr>
            <p:cNvPr id="73" name="Text 48">
              <a:extLst>
                <a:ext uri="{FF2B5EF4-FFF2-40B4-BE49-F238E27FC236}">
                  <a16:creationId xmlns:a16="http://schemas.microsoft.com/office/drawing/2014/main" id="{1104DFC5-268F-E632-AFDB-B8EBD8C434BF}"/>
                </a:ext>
              </a:extLst>
            </p:cNvPr>
            <p:cNvSpPr/>
            <p:nvPr/>
          </p:nvSpPr>
          <p:spPr>
            <a:xfrm>
              <a:off x="6803202" y="5517087"/>
              <a:ext cx="1072896" cy="792480"/>
            </a:xfrm>
            <a:prstGeom prst="rect">
              <a:avLst/>
            </a:prstGeom>
            <a:noFill/>
            <a:ln/>
          </p:spPr>
          <p:txBody>
            <a:bodyPr wrap="square" lIns="0" tIns="0" rIns="0" bIns="0" rtlCol="0" anchor="ctr"/>
            <a:lstStyle/>
            <a:p>
              <a:pPr algn="ctr"/>
              <a:r>
                <a:rPr lang="en-US" sz="1200" b="1" dirty="0">
                  <a:solidFill>
                    <a:srgbClr val="FFFFFF"/>
                  </a:solidFill>
                  <a:latin typeface="Arial Narrow" panose="020B0606020202030204" pitchFamily="34" charset="0"/>
                </a:rPr>
                <a:t>NAV</a:t>
              </a:r>
              <a:endParaRPr lang="en-US" sz="1200" dirty="0">
                <a:latin typeface="Arial Narrow" panose="020B0606020202030204" pitchFamily="34" charset="0"/>
              </a:endParaRPr>
            </a:p>
          </p:txBody>
        </p:sp>
        <p:sp>
          <p:nvSpPr>
            <p:cNvPr id="74" name="Shape 49">
              <a:extLst>
                <a:ext uri="{FF2B5EF4-FFF2-40B4-BE49-F238E27FC236}">
                  <a16:creationId xmlns:a16="http://schemas.microsoft.com/office/drawing/2014/main" id="{AA5504F5-AF8B-33C1-B329-9FBD2050B3D4}"/>
                </a:ext>
              </a:extLst>
            </p:cNvPr>
            <p:cNvSpPr/>
            <p:nvPr/>
          </p:nvSpPr>
          <p:spPr>
            <a:xfrm>
              <a:off x="7876098" y="5907231"/>
              <a:ext cx="97536" cy="0"/>
            </a:xfrm>
            <a:prstGeom prst="line">
              <a:avLst/>
            </a:prstGeom>
            <a:noFill/>
            <a:ln w="12700">
              <a:solidFill>
                <a:srgbClr val="555555"/>
              </a:solidFill>
              <a:prstDash val="solid"/>
            </a:ln>
          </p:spPr>
          <p:txBody>
            <a:bodyPr/>
            <a:lstStyle/>
            <a:p>
              <a:endParaRPr lang="en-US" sz="2400">
                <a:latin typeface="Arial Narrow" panose="020B0606020202030204" pitchFamily="34" charset="0"/>
              </a:endParaRPr>
            </a:p>
          </p:txBody>
        </p:sp>
        <p:sp>
          <p:nvSpPr>
            <p:cNvPr id="75" name="Shape 50">
              <a:extLst>
                <a:ext uri="{FF2B5EF4-FFF2-40B4-BE49-F238E27FC236}">
                  <a16:creationId xmlns:a16="http://schemas.microsoft.com/office/drawing/2014/main" id="{7B5370F2-6AAA-5DEA-533D-870FD85E9D1E}"/>
                </a:ext>
              </a:extLst>
            </p:cNvPr>
            <p:cNvSpPr/>
            <p:nvPr/>
          </p:nvSpPr>
          <p:spPr>
            <a:xfrm>
              <a:off x="7973634" y="5517087"/>
              <a:ext cx="1072896" cy="792480"/>
            </a:xfrm>
            <a:prstGeom prst="rect">
              <a:avLst/>
            </a:prstGeom>
            <a:solidFill>
              <a:srgbClr val="C55A11"/>
            </a:solidFill>
            <a:ln w="12700">
              <a:solidFill>
                <a:srgbClr val="C55A11"/>
              </a:solidFill>
              <a:prstDash val="solid"/>
            </a:ln>
          </p:spPr>
          <p:txBody>
            <a:bodyPr/>
            <a:lstStyle/>
            <a:p>
              <a:endParaRPr lang="en-US" sz="2400">
                <a:latin typeface="Arial Narrow" panose="020B0606020202030204" pitchFamily="34" charset="0"/>
              </a:endParaRPr>
            </a:p>
          </p:txBody>
        </p:sp>
        <p:sp>
          <p:nvSpPr>
            <p:cNvPr id="76" name="Text 51">
              <a:extLst>
                <a:ext uri="{FF2B5EF4-FFF2-40B4-BE49-F238E27FC236}">
                  <a16:creationId xmlns:a16="http://schemas.microsoft.com/office/drawing/2014/main" id="{4B6363E8-607F-1A89-DA07-158EDC64A724}"/>
                </a:ext>
              </a:extLst>
            </p:cNvPr>
            <p:cNvSpPr/>
            <p:nvPr/>
          </p:nvSpPr>
          <p:spPr>
            <a:xfrm>
              <a:off x="7973634" y="5517087"/>
              <a:ext cx="1072896" cy="792480"/>
            </a:xfrm>
            <a:prstGeom prst="rect">
              <a:avLst/>
            </a:prstGeom>
            <a:noFill/>
            <a:ln/>
          </p:spPr>
          <p:txBody>
            <a:bodyPr wrap="square" lIns="0" tIns="0" rIns="0" bIns="0" rtlCol="0" anchor="ctr"/>
            <a:lstStyle/>
            <a:p>
              <a:pPr algn="ctr"/>
              <a:r>
                <a:rPr lang="en-US" sz="1200" b="1" dirty="0">
                  <a:solidFill>
                    <a:srgbClr val="FFFFFF"/>
                  </a:solidFill>
                  <a:latin typeface="Arial Narrow" panose="020B0606020202030204" pitchFamily="34" charset="0"/>
                </a:rPr>
                <a:t>BACK</a:t>
              </a:r>
              <a:endParaRPr lang="en-US" sz="1200" dirty="0">
                <a:latin typeface="Arial Narrow" panose="020B0606020202030204" pitchFamily="34" charset="0"/>
              </a:endParaRPr>
            </a:p>
          </p:txBody>
        </p:sp>
        <p:sp>
          <p:nvSpPr>
            <p:cNvPr id="77" name="Shape 52">
              <a:extLst>
                <a:ext uri="{FF2B5EF4-FFF2-40B4-BE49-F238E27FC236}">
                  <a16:creationId xmlns:a16="http://schemas.microsoft.com/office/drawing/2014/main" id="{3F0F76B9-C6B8-02E6-D116-063B5C47FFD0}"/>
                </a:ext>
              </a:extLst>
            </p:cNvPr>
            <p:cNvSpPr/>
            <p:nvPr/>
          </p:nvSpPr>
          <p:spPr>
            <a:xfrm>
              <a:off x="9046530" y="5907231"/>
              <a:ext cx="97536" cy="0"/>
            </a:xfrm>
            <a:prstGeom prst="line">
              <a:avLst/>
            </a:prstGeom>
            <a:noFill/>
            <a:ln w="12700">
              <a:solidFill>
                <a:srgbClr val="555555"/>
              </a:solidFill>
              <a:prstDash val="solid"/>
            </a:ln>
          </p:spPr>
          <p:txBody>
            <a:bodyPr/>
            <a:lstStyle/>
            <a:p>
              <a:endParaRPr lang="en-US" sz="2400">
                <a:latin typeface="Arial Narrow" panose="020B0606020202030204" pitchFamily="34" charset="0"/>
              </a:endParaRPr>
            </a:p>
          </p:txBody>
        </p:sp>
        <p:sp>
          <p:nvSpPr>
            <p:cNvPr id="78" name="Shape 53">
              <a:extLst>
                <a:ext uri="{FF2B5EF4-FFF2-40B4-BE49-F238E27FC236}">
                  <a16:creationId xmlns:a16="http://schemas.microsoft.com/office/drawing/2014/main" id="{501E038E-3D98-80ED-3756-2B4065163F3C}"/>
                </a:ext>
              </a:extLst>
            </p:cNvPr>
            <p:cNvSpPr/>
            <p:nvPr/>
          </p:nvSpPr>
          <p:spPr>
            <a:xfrm>
              <a:off x="9144066" y="5517087"/>
              <a:ext cx="1072896" cy="792480"/>
            </a:xfrm>
            <a:prstGeom prst="rect">
              <a:avLst/>
            </a:prstGeom>
            <a:solidFill>
              <a:srgbClr val="C0392B"/>
            </a:solidFill>
            <a:ln w="12700">
              <a:solidFill>
                <a:srgbClr val="C0392B"/>
              </a:solidFill>
              <a:prstDash val="solid"/>
            </a:ln>
          </p:spPr>
          <p:txBody>
            <a:bodyPr/>
            <a:lstStyle/>
            <a:p>
              <a:endParaRPr lang="en-US" sz="2400">
                <a:latin typeface="Arial Narrow" panose="020B0606020202030204" pitchFamily="34" charset="0"/>
              </a:endParaRPr>
            </a:p>
          </p:txBody>
        </p:sp>
        <p:sp>
          <p:nvSpPr>
            <p:cNvPr id="79" name="Text 54">
              <a:extLst>
                <a:ext uri="{FF2B5EF4-FFF2-40B4-BE49-F238E27FC236}">
                  <a16:creationId xmlns:a16="http://schemas.microsoft.com/office/drawing/2014/main" id="{1DAF5DA1-4536-5E36-795B-A4E0F632D156}"/>
                </a:ext>
              </a:extLst>
            </p:cNvPr>
            <p:cNvSpPr/>
            <p:nvPr/>
          </p:nvSpPr>
          <p:spPr>
            <a:xfrm>
              <a:off x="9144066" y="5517087"/>
              <a:ext cx="1072896" cy="792480"/>
            </a:xfrm>
            <a:prstGeom prst="rect">
              <a:avLst/>
            </a:prstGeom>
            <a:noFill/>
            <a:ln/>
          </p:spPr>
          <p:txBody>
            <a:bodyPr wrap="square" lIns="0" tIns="0" rIns="0" bIns="0" rtlCol="0" anchor="ctr"/>
            <a:lstStyle/>
            <a:p>
              <a:pPr algn="ctr"/>
              <a:r>
                <a:rPr lang="en-US" sz="1200" b="1" dirty="0">
                  <a:solidFill>
                    <a:srgbClr val="FFFFFF"/>
                  </a:solidFill>
                  <a:latin typeface="Arial Narrow" panose="020B0606020202030204" pitchFamily="34" charset="0"/>
                </a:rPr>
                <a:t>ERROR</a:t>
              </a:r>
              <a:endParaRPr lang="en-US" sz="1200" dirty="0">
                <a:latin typeface="Arial Narrow" panose="020B0606020202030204" pitchFamily="34" charset="0"/>
              </a:endParaRPr>
            </a:p>
          </p:txBody>
        </p:sp>
        <p:sp>
          <p:nvSpPr>
            <p:cNvPr id="80" name="Shape 55">
              <a:extLst>
                <a:ext uri="{FF2B5EF4-FFF2-40B4-BE49-F238E27FC236}">
                  <a16:creationId xmlns:a16="http://schemas.microsoft.com/office/drawing/2014/main" id="{8F1D75C0-96BE-39EE-4895-6E2AF525F58D}"/>
                </a:ext>
              </a:extLst>
            </p:cNvPr>
            <p:cNvSpPr/>
            <p:nvPr/>
          </p:nvSpPr>
          <p:spPr>
            <a:xfrm>
              <a:off x="10216962" y="5907231"/>
              <a:ext cx="97536" cy="0"/>
            </a:xfrm>
            <a:prstGeom prst="line">
              <a:avLst/>
            </a:prstGeom>
            <a:noFill/>
            <a:ln w="12700">
              <a:solidFill>
                <a:srgbClr val="555555"/>
              </a:solidFill>
              <a:prstDash val="solid"/>
            </a:ln>
          </p:spPr>
          <p:txBody>
            <a:bodyPr/>
            <a:lstStyle/>
            <a:p>
              <a:endParaRPr lang="en-US" sz="2400">
                <a:latin typeface="Arial Narrow" panose="020B0606020202030204" pitchFamily="34" charset="0"/>
              </a:endParaRPr>
            </a:p>
          </p:txBody>
        </p:sp>
        <p:sp>
          <p:nvSpPr>
            <p:cNvPr id="81" name="Shape 56">
              <a:extLst>
                <a:ext uri="{FF2B5EF4-FFF2-40B4-BE49-F238E27FC236}">
                  <a16:creationId xmlns:a16="http://schemas.microsoft.com/office/drawing/2014/main" id="{C459F3BC-A8DA-589F-1CC7-C2081D5F7637}"/>
                </a:ext>
              </a:extLst>
            </p:cNvPr>
            <p:cNvSpPr/>
            <p:nvPr/>
          </p:nvSpPr>
          <p:spPr>
            <a:xfrm>
              <a:off x="10314498" y="5517087"/>
              <a:ext cx="1072896" cy="792480"/>
            </a:xfrm>
            <a:prstGeom prst="rect">
              <a:avLst/>
            </a:prstGeom>
            <a:solidFill>
              <a:srgbClr val="5E6B7A"/>
            </a:solidFill>
            <a:ln w="12700">
              <a:solidFill>
                <a:srgbClr val="5E6B7A"/>
              </a:solidFill>
              <a:prstDash val="solid"/>
            </a:ln>
          </p:spPr>
          <p:txBody>
            <a:bodyPr/>
            <a:lstStyle/>
            <a:p>
              <a:endParaRPr lang="en-US" sz="2400">
                <a:latin typeface="Arial Narrow" panose="020B0606020202030204" pitchFamily="34" charset="0"/>
              </a:endParaRPr>
            </a:p>
          </p:txBody>
        </p:sp>
        <p:sp>
          <p:nvSpPr>
            <p:cNvPr id="82" name="Text 57">
              <a:extLst>
                <a:ext uri="{FF2B5EF4-FFF2-40B4-BE49-F238E27FC236}">
                  <a16:creationId xmlns:a16="http://schemas.microsoft.com/office/drawing/2014/main" id="{0555BE56-2376-900C-E08A-66448BCC0403}"/>
                </a:ext>
              </a:extLst>
            </p:cNvPr>
            <p:cNvSpPr/>
            <p:nvPr/>
          </p:nvSpPr>
          <p:spPr>
            <a:xfrm>
              <a:off x="10314498" y="5517087"/>
              <a:ext cx="1072896" cy="792480"/>
            </a:xfrm>
            <a:prstGeom prst="rect">
              <a:avLst/>
            </a:prstGeom>
            <a:noFill/>
            <a:ln/>
          </p:spPr>
          <p:txBody>
            <a:bodyPr wrap="square" lIns="0" tIns="0" rIns="0" bIns="0" rtlCol="0" anchor="ctr"/>
            <a:lstStyle/>
            <a:p>
              <a:pPr algn="ctr"/>
              <a:r>
                <a:rPr lang="en-US" sz="1200" b="1" dirty="0">
                  <a:solidFill>
                    <a:srgbClr val="FFFFFF"/>
                  </a:solidFill>
                  <a:latin typeface="Arial Narrow" panose="020B0606020202030204" pitchFamily="34" charset="0"/>
                </a:rPr>
                <a:t>END</a:t>
              </a:r>
              <a:endParaRPr lang="en-US" sz="1200" dirty="0">
                <a:latin typeface="Arial Narrow" panose="020B0606020202030204" pitchFamily="34" charset="0"/>
              </a:endParaRPr>
            </a:p>
          </p:txBody>
        </p:sp>
      </p:grpSp>
      <p:grpSp>
        <p:nvGrpSpPr>
          <p:cNvPr id="9" name="Group 8">
            <a:extLst>
              <a:ext uri="{FF2B5EF4-FFF2-40B4-BE49-F238E27FC236}">
                <a16:creationId xmlns:a16="http://schemas.microsoft.com/office/drawing/2014/main" id="{E27956C6-280F-3E7B-867F-8EBF93D72928}"/>
              </a:ext>
            </a:extLst>
          </p:cNvPr>
          <p:cNvGrpSpPr/>
          <p:nvPr/>
        </p:nvGrpSpPr>
        <p:grpSpPr>
          <a:xfrm>
            <a:off x="490406" y="1122512"/>
            <a:ext cx="11211185" cy="3794036"/>
            <a:chOff x="705211" y="1119676"/>
            <a:chExt cx="10783183" cy="3785152"/>
          </a:xfrm>
        </p:grpSpPr>
        <p:sp>
          <p:nvSpPr>
            <p:cNvPr id="5" name="Shape 3">
              <a:extLst>
                <a:ext uri="{FF2B5EF4-FFF2-40B4-BE49-F238E27FC236}">
                  <a16:creationId xmlns:a16="http://schemas.microsoft.com/office/drawing/2014/main" id="{E75286B4-C700-E29C-7491-FBE87FBDF260}"/>
                </a:ext>
              </a:extLst>
            </p:cNvPr>
            <p:cNvSpPr/>
            <p:nvPr/>
          </p:nvSpPr>
          <p:spPr>
            <a:xfrm>
              <a:off x="4540467" y="1119676"/>
              <a:ext cx="3112671" cy="507918"/>
            </a:xfrm>
            <a:prstGeom prst="rect">
              <a:avLst/>
            </a:prstGeom>
            <a:solidFill>
              <a:srgbClr val="4472C4"/>
            </a:solidFill>
            <a:ln w="12700">
              <a:solidFill>
                <a:srgbClr val="1E5FA8"/>
              </a:solidFill>
              <a:prstDash val="solid"/>
            </a:ln>
          </p:spPr>
          <p:txBody>
            <a:bodyPr/>
            <a:lstStyle/>
            <a:p>
              <a:endParaRPr lang="en-US" sz="2400" dirty="0">
                <a:latin typeface="Arial Narrow" panose="020B0606020202030204" pitchFamily="34" charset="0"/>
              </a:endParaRPr>
            </a:p>
          </p:txBody>
        </p:sp>
        <p:sp>
          <p:nvSpPr>
            <p:cNvPr id="6" name="Text 4">
              <a:extLst>
                <a:ext uri="{FF2B5EF4-FFF2-40B4-BE49-F238E27FC236}">
                  <a16:creationId xmlns:a16="http://schemas.microsoft.com/office/drawing/2014/main" id="{1C02D98B-28CE-A873-663E-3DF718DDDB6E}"/>
                </a:ext>
              </a:extLst>
            </p:cNvPr>
            <p:cNvSpPr/>
            <p:nvPr/>
          </p:nvSpPr>
          <p:spPr>
            <a:xfrm>
              <a:off x="4540467" y="1119676"/>
              <a:ext cx="3112671" cy="507918"/>
            </a:xfrm>
            <a:prstGeom prst="rect">
              <a:avLst/>
            </a:prstGeom>
            <a:noFill/>
            <a:ln/>
          </p:spPr>
          <p:txBody>
            <a:bodyPr wrap="square" lIns="0" tIns="0" rIns="0" bIns="0" rtlCol="0" anchor="ctr"/>
            <a:lstStyle/>
            <a:p>
              <a:pPr algn="ctr"/>
              <a:r>
                <a:rPr lang="en-US" sz="1867" b="1" dirty="0">
                  <a:solidFill>
                    <a:srgbClr val="FFFFFF"/>
                  </a:solidFill>
                  <a:latin typeface="Arial Narrow" panose="020B0606020202030204" pitchFamily="34" charset="0"/>
                </a:rPr>
                <a:t>Line Follower Robot</a:t>
              </a:r>
              <a:endParaRPr lang="en-US" sz="1867" dirty="0">
                <a:latin typeface="Arial Narrow" panose="020B0606020202030204" pitchFamily="34" charset="0"/>
              </a:endParaRPr>
            </a:p>
          </p:txBody>
        </p:sp>
        <p:sp>
          <p:nvSpPr>
            <p:cNvPr id="7" name="Shape 5">
              <a:extLst>
                <a:ext uri="{FF2B5EF4-FFF2-40B4-BE49-F238E27FC236}">
                  <a16:creationId xmlns:a16="http://schemas.microsoft.com/office/drawing/2014/main" id="{C91A8DFB-6661-5DBD-7A38-03D0F852EE4E}"/>
                </a:ext>
              </a:extLst>
            </p:cNvPr>
            <p:cNvSpPr/>
            <p:nvPr/>
          </p:nvSpPr>
          <p:spPr>
            <a:xfrm>
              <a:off x="6096803" y="1627594"/>
              <a:ext cx="0" cy="371170"/>
            </a:xfrm>
            <a:prstGeom prst="line">
              <a:avLst/>
            </a:prstGeom>
            <a:noFill/>
            <a:ln w="19050">
              <a:solidFill>
                <a:srgbClr val="555555"/>
              </a:solidFill>
              <a:prstDash val="solid"/>
            </a:ln>
          </p:spPr>
          <p:txBody>
            <a:bodyPr/>
            <a:lstStyle/>
            <a:p>
              <a:endParaRPr lang="en-US" sz="2400">
                <a:latin typeface="Arial Narrow" panose="020B0606020202030204" pitchFamily="34" charset="0"/>
              </a:endParaRPr>
            </a:p>
          </p:txBody>
        </p:sp>
        <p:sp>
          <p:nvSpPr>
            <p:cNvPr id="8" name="Shape 6">
              <a:extLst>
                <a:ext uri="{FF2B5EF4-FFF2-40B4-BE49-F238E27FC236}">
                  <a16:creationId xmlns:a16="http://schemas.microsoft.com/office/drawing/2014/main" id="{7E3DD160-0C36-25A7-5531-DC7813CA1EB3}"/>
                </a:ext>
              </a:extLst>
            </p:cNvPr>
            <p:cNvSpPr/>
            <p:nvPr/>
          </p:nvSpPr>
          <p:spPr>
            <a:xfrm>
              <a:off x="1983630" y="1998764"/>
              <a:ext cx="8226346" cy="0"/>
            </a:xfrm>
            <a:prstGeom prst="line">
              <a:avLst/>
            </a:prstGeom>
            <a:noFill/>
            <a:ln w="19050">
              <a:solidFill>
                <a:srgbClr val="555555"/>
              </a:solidFill>
              <a:prstDash val="solid"/>
            </a:ln>
          </p:spPr>
          <p:txBody>
            <a:bodyPr/>
            <a:lstStyle/>
            <a:p>
              <a:endParaRPr lang="en-US" sz="2400">
                <a:latin typeface="Arial Narrow" panose="020B0606020202030204" pitchFamily="34" charset="0"/>
              </a:endParaRPr>
            </a:p>
          </p:txBody>
        </p:sp>
        <p:sp>
          <p:nvSpPr>
            <p:cNvPr id="11" name="Shape 7">
              <a:extLst>
                <a:ext uri="{FF2B5EF4-FFF2-40B4-BE49-F238E27FC236}">
                  <a16:creationId xmlns:a16="http://schemas.microsoft.com/office/drawing/2014/main" id="{508D1652-1C9E-3199-AEFF-071F3B9BC606}"/>
                </a:ext>
              </a:extLst>
            </p:cNvPr>
            <p:cNvSpPr/>
            <p:nvPr/>
          </p:nvSpPr>
          <p:spPr>
            <a:xfrm>
              <a:off x="1983630" y="1998764"/>
              <a:ext cx="0" cy="341868"/>
            </a:xfrm>
            <a:prstGeom prst="line">
              <a:avLst/>
            </a:prstGeom>
            <a:noFill/>
            <a:ln w="19050">
              <a:solidFill>
                <a:srgbClr val="555555"/>
              </a:solidFill>
              <a:prstDash val="solid"/>
            </a:ln>
          </p:spPr>
          <p:txBody>
            <a:bodyPr/>
            <a:lstStyle/>
            <a:p>
              <a:endParaRPr lang="en-US" sz="2400">
                <a:latin typeface="Arial Narrow" panose="020B0606020202030204" pitchFamily="34" charset="0"/>
              </a:endParaRPr>
            </a:p>
          </p:txBody>
        </p:sp>
        <p:sp>
          <p:nvSpPr>
            <p:cNvPr id="12" name="Shape 8">
              <a:extLst>
                <a:ext uri="{FF2B5EF4-FFF2-40B4-BE49-F238E27FC236}">
                  <a16:creationId xmlns:a16="http://schemas.microsoft.com/office/drawing/2014/main" id="{B9FBD56A-83AC-947F-9C4A-857866C959FE}"/>
                </a:ext>
              </a:extLst>
            </p:cNvPr>
            <p:cNvSpPr/>
            <p:nvPr/>
          </p:nvSpPr>
          <p:spPr>
            <a:xfrm>
              <a:off x="705211" y="2340632"/>
              <a:ext cx="2556837" cy="634897"/>
            </a:xfrm>
            <a:prstGeom prst="rect">
              <a:avLst/>
            </a:prstGeom>
            <a:solidFill>
              <a:srgbClr val="5E6B7A"/>
            </a:solidFill>
            <a:ln w="12700">
              <a:solidFill>
                <a:srgbClr val="5E6B7A"/>
              </a:solidFill>
              <a:prstDash val="solid"/>
            </a:ln>
          </p:spPr>
          <p:txBody>
            <a:bodyPr/>
            <a:lstStyle/>
            <a:p>
              <a:endParaRPr lang="en-US" sz="2400">
                <a:latin typeface="Arial Narrow" panose="020B0606020202030204" pitchFamily="34" charset="0"/>
              </a:endParaRPr>
            </a:p>
          </p:txBody>
        </p:sp>
        <p:sp>
          <p:nvSpPr>
            <p:cNvPr id="14" name="Text 9">
              <a:extLst>
                <a:ext uri="{FF2B5EF4-FFF2-40B4-BE49-F238E27FC236}">
                  <a16:creationId xmlns:a16="http://schemas.microsoft.com/office/drawing/2014/main" id="{02BA4AEE-84CF-9D64-2126-CA917DE4D8ED}"/>
                </a:ext>
              </a:extLst>
            </p:cNvPr>
            <p:cNvSpPr/>
            <p:nvPr/>
          </p:nvSpPr>
          <p:spPr>
            <a:xfrm>
              <a:off x="705211" y="2340632"/>
              <a:ext cx="2556837" cy="634897"/>
            </a:xfrm>
            <a:prstGeom prst="rect">
              <a:avLst/>
            </a:prstGeom>
            <a:noFill/>
            <a:ln/>
          </p:spPr>
          <p:txBody>
            <a:bodyPr wrap="square" lIns="0" tIns="0" rIns="0" bIns="0" rtlCol="0" anchor="ctr"/>
            <a:lstStyle/>
            <a:p>
              <a:pPr algn="ctr"/>
              <a:r>
                <a:rPr lang="en-US" sz="1867" b="1" dirty="0">
                  <a:solidFill>
                    <a:srgbClr val="FFFFFF"/>
                  </a:solidFill>
                  <a:latin typeface="Arial Narrow" panose="020B0606020202030204" pitchFamily="34" charset="0"/>
                </a:rPr>
                <a:t>Main()</a:t>
              </a:r>
              <a:endParaRPr lang="en-US" sz="1867" dirty="0">
                <a:latin typeface="Arial Narrow" panose="020B0606020202030204" pitchFamily="34" charset="0"/>
              </a:endParaRPr>
            </a:p>
          </p:txBody>
        </p:sp>
        <p:sp>
          <p:nvSpPr>
            <p:cNvPr id="15" name="Shape 10">
              <a:extLst>
                <a:ext uri="{FF2B5EF4-FFF2-40B4-BE49-F238E27FC236}">
                  <a16:creationId xmlns:a16="http://schemas.microsoft.com/office/drawing/2014/main" id="{B8F08EF3-C051-02A4-18D6-77E6D0E3F4B6}"/>
                </a:ext>
              </a:extLst>
            </p:cNvPr>
            <p:cNvSpPr/>
            <p:nvPr/>
          </p:nvSpPr>
          <p:spPr>
            <a:xfrm>
              <a:off x="705211" y="2975528"/>
              <a:ext cx="2556837" cy="1357703"/>
            </a:xfrm>
            <a:prstGeom prst="rect">
              <a:avLst/>
            </a:prstGeom>
            <a:solidFill>
              <a:srgbClr val="EAF3FF"/>
            </a:solidFill>
            <a:ln w="12700">
              <a:solidFill>
                <a:srgbClr val="AACCEE"/>
              </a:solidFill>
              <a:prstDash val="solid"/>
            </a:ln>
          </p:spPr>
          <p:txBody>
            <a:bodyPr/>
            <a:lstStyle/>
            <a:p>
              <a:endParaRPr lang="en-US" sz="2400">
                <a:latin typeface="Arial Narrow" panose="020B0606020202030204" pitchFamily="34" charset="0"/>
              </a:endParaRPr>
            </a:p>
          </p:txBody>
        </p:sp>
        <p:sp>
          <p:nvSpPr>
            <p:cNvPr id="17" name="Shape 11">
              <a:extLst>
                <a:ext uri="{FF2B5EF4-FFF2-40B4-BE49-F238E27FC236}">
                  <a16:creationId xmlns:a16="http://schemas.microsoft.com/office/drawing/2014/main" id="{44CBCF72-5965-9959-59C1-8AD43CC34046}"/>
                </a:ext>
              </a:extLst>
            </p:cNvPr>
            <p:cNvSpPr/>
            <p:nvPr/>
          </p:nvSpPr>
          <p:spPr>
            <a:xfrm>
              <a:off x="794144" y="3043902"/>
              <a:ext cx="2378970" cy="556756"/>
            </a:xfrm>
            <a:prstGeom prst="rect">
              <a:avLst/>
            </a:prstGeom>
            <a:solidFill>
              <a:srgbClr val="FFFFFF"/>
            </a:solidFill>
            <a:ln w="12700">
              <a:solidFill>
                <a:srgbClr val="BBDDEE"/>
              </a:solidFill>
              <a:prstDash val="solid"/>
            </a:ln>
          </p:spPr>
          <p:txBody>
            <a:bodyPr/>
            <a:lstStyle/>
            <a:p>
              <a:endParaRPr lang="en-US" sz="2400">
                <a:latin typeface="Arial Narrow" panose="020B0606020202030204" pitchFamily="34" charset="0"/>
              </a:endParaRPr>
            </a:p>
          </p:txBody>
        </p:sp>
        <p:sp>
          <p:nvSpPr>
            <p:cNvPr id="18" name="Text 12">
              <a:extLst>
                <a:ext uri="{FF2B5EF4-FFF2-40B4-BE49-F238E27FC236}">
                  <a16:creationId xmlns:a16="http://schemas.microsoft.com/office/drawing/2014/main" id="{BBDDF4DF-4751-6F37-A141-79B64C75E270}"/>
                </a:ext>
              </a:extLst>
            </p:cNvPr>
            <p:cNvSpPr/>
            <p:nvPr/>
          </p:nvSpPr>
          <p:spPr>
            <a:xfrm>
              <a:off x="816378" y="3063437"/>
              <a:ext cx="2334504" cy="517685"/>
            </a:xfrm>
            <a:prstGeom prst="rect">
              <a:avLst/>
            </a:prstGeom>
            <a:noFill/>
            <a:ln/>
          </p:spPr>
          <p:txBody>
            <a:bodyPr wrap="square" lIns="67733" tIns="67733" rIns="67733" bIns="67733" rtlCol="0" anchor="ctr"/>
            <a:lstStyle/>
            <a:p>
              <a:r>
                <a:rPr lang="en-US" sz="1467" dirty="0">
                  <a:solidFill>
                    <a:srgbClr val="1A1A1A"/>
                  </a:solidFill>
                  <a:latin typeface="Arial Narrow" panose="020B0606020202030204" pitchFamily="34" charset="0"/>
                </a:rPr>
                <a:t>• set_Init()</a:t>
              </a:r>
              <a:endParaRPr lang="en-US" sz="1467" dirty="0">
                <a:latin typeface="Arial Narrow" panose="020B0606020202030204" pitchFamily="34" charset="0"/>
              </a:endParaRPr>
            </a:p>
          </p:txBody>
        </p:sp>
        <p:sp>
          <p:nvSpPr>
            <p:cNvPr id="19" name="Shape 13">
              <a:extLst>
                <a:ext uri="{FF2B5EF4-FFF2-40B4-BE49-F238E27FC236}">
                  <a16:creationId xmlns:a16="http://schemas.microsoft.com/office/drawing/2014/main" id="{33D44F96-0D34-0E30-0F73-528DCB526081}"/>
                </a:ext>
              </a:extLst>
            </p:cNvPr>
            <p:cNvSpPr/>
            <p:nvPr/>
          </p:nvSpPr>
          <p:spPr>
            <a:xfrm>
              <a:off x="794144" y="3678799"/>
              <a:ext cx="2378970" cy="556756"/>
            </a:xfrm>
            <a:prstGeom prst="rect">
              <a:avLst/>
            </a:prstGeom>
            <a:solidFill>
              <a:srgbClr val="FFFFFF"/>
            </a:solidFill>
            <a:ln w="12700">
              <a:solidFill>
                <a:srgbClr val="BBDDEE"/>
              </a:solidFill>
              <a:prstDash val="solid"/>
            </a:ln>
          </p:spPr>
          <p:txBody>
            <a:bodyPr/>
            <a:lstStyle/>
            <a:p>
              <a:endParaRPr lang="en-US" sz="2400">
                <a:latin typeface="Arial Narrow" panose="020B0606020202030204" pitchFamily="34" charset="0"/>
              </a:endParaRPr>
            </a:p>
          </p:txBody>
        </p:sp>
        <p:sp>
          <p:nvSpPr>
            <p:cNvPr id="20" name="Text 14">
              <a:extLst>
                <a:ext uri="{FF2B5EF4-FFF2-40B4-BE49-F238E27FC236}">
                  <a16:creationId xmlns:a16="http://schemas.microsoft.com/office/drawing/2014/main" id="{365DE56E-22A2-C3FC-A8EC-E742CCF6D70B}"/>
                </a:ext>
              </a:extLst>
            </p:cNvPr>
            <p:cNvSpPr/>
            <p:nvPr/>
          </p:nvSpPr>
          <p:spPr>
            <a:xfrm>
              <a:off x="816378" y="3698334"/>
              <a:ext cx="2334504" cy="517685"/>
            </a:xfrm>
            <a:prstGeom prst="rect">
              <a:avLst/>
            </a:prstGeom>
            <a:noFill/>
            <a:ln/>
          </p:spPr>
          <p:txBody>
            <a:bodyPr wrap="square" lIns="67733" tIns="67733" rIns="67733" bIns="67733" rtlCol="0" anchor="ctr"/>
            <a:lstStyle/>
            <a:p>
              <a:r>
                <a:rPr lang="en-US" sz="1467" dirty="0">
                  <a:solidFill>
                    <a:srgbClr val="1A1A1A"/>
                  </a:solidFill>
                  <a:latin typeface="Arial Narrow" panose="020B0606020202030204" pitchFamily="34" charset="0"/>
                </a:rPr>
                <a:t>• while(true)</a:t>
              </a:r>
              <a:endParaRPr lang="en-US" sz="1467" dirty="0">
                <a:latin typeface="Arial Narrow" panose="020B0606020202030204" pitchFamily="34" charset="0"/>
              </a:endParaRPr>
            </a:p>
          </p:txBody>
        </p:sp>
        <p:sp>
          <p:nvSpPr>
            <p:cNvPr id="23" name="Shape 17">
              <a:extLst>
                <a:ext uri="{FF2B5EF4-FFF2-40B4-BE49-F238E27FC236}">
                  <a16:creationId xmlns:a16="http://schemas.microsoft.com/office/drawing/2014/main" id="{35571CD7-3428-2B7C-3EAB-740BD46859CC}"/>
                </a:ext>
              </a:extLst>
            </p:cNvPr>
            <p:cNvSpPr/>
            <p:nvPr/>
          </p:nvSpPr>
          <p:spPr>
            <a:xfrm>
              <a:off x="4762800" y="1998764"/>
              <a:ext cx="0" cy="341868"/>
            </a:xfrm>
            <a:prstGeom prst="line">
              <a:avLst/>
            </a:prstGeom>
            <a:noFill/>
            <a:ln w="19050">
              <a:solidFill>
                <a:srgbClr val="555555"/>
              </a:solidFill>
              <a:prstDash val="solid"/>
            </a:ln>
          </p:spPr>
          <p:txBody>
            <a:bodyPr/>
            <a:lstStyle/>
            <a:p>
              <a:endParaRPr lang="en-US" sz="2400">
                <a:latin typeface="Arial Narrow" panose="020B0606020202030204" pitchFamily="34" charset="0"/>
              </a:endParaRPr>
            </a:p>
          </p:txBody>
        </p:sp>
        <p:sp>
          <p:nvSpPr>
            <p:cNvPr id="24" name="Shape 18">
              <a:extLst>
                <a:ext uri="{FF2B5EF4-FFF2-40B4-BE49-F238E27FC236}">
                  <a16:creationId xmlns:a16="http://schemas.microsoft.com/office/drawing/2014/main" id="{637C35E2-4766-3F19-A158-24EBBD96E8A9}"/>
                </a:ext>
              </a:extLst>
            </p:cNvPr>
            <p:cNvSpPr/>
            <p:nvPr/>
          </p:nvSpPr>
          <p:spPr>
            <a:xfrm>
              <a:off x="3484382" y="2340632"/>
              <a:ext cx="2556837" cy="634897"/>
            </a:xfrm>
            <a:prstGeom prst="rect">
              <a:avLst/>
            </a:prstGeom>
            <a:solidFill>
              <a:srgbClr val="5EAD3C"/>
            </a:solidFill>
            <a:ln w="12700">
              <a:solidFill>
                <a:srgbClr val="5EAD3C"/>
              </a:solidFill>
              <a:prstDash val="solid"/>
            </a:ln>
          </p:spPr>
          <p:txBody>
            <a:bodyPr/>
            <a:lstStyle/>
            <a:p>
              <a:endParaRPr lang="en-US" sz="2400">
                <a:latin typeface="Arial Narrow" panose="020B0606020202030204" pitchFamily="34" charset="0"/>
              </a:endParaRPr>
            </a:p>
          </p:txBody>
        </p:sp>
        <p:sp>
          <p:nvSpPr>
            <p:cNvPr id="25" name="Text 19">
              <a:extLst>
                <a:ext uri="{FF2B5EF4-FFF2-40B4-BE49-F238E27FC236}">
                  <a16:creationId xmlns:a16="http://schemas.microsoft.com/office/drawing/2014/main" id="{9D2CF492-6944-1EB6-89B4-1E0B384F8749}"/>
                </a:ext>
              </a:extLst>
            </p:cNvPr>
            <p:cNvSpPr/>
            <p:nvPr/>
          </p:nvSpPr>
          <p:spPr>
            <a:xfrm>
              <a:off x="3484382" y="2340632"/>
              <a:ext cx="2556837" cy="634897"/>
            </a:xfrm>
            <a:prstGeom prst="rect">
              <a:avLst/>
            </a:prstGeom>
            <a:noFill/>
            <a:ln/>
          </p:spPr>
          <p:txBody>
            <a:bodyPr wrap="square" lIns="0" tIns="0" rIns="0" bIns="0" rtlCol="0" anchor="ctr"/>
            <a:lstStyle/>
            <a:p>
              <a:pPr algn="ctr"/>
              <a:r>
                <a:rPr lang="en-US" sz="1867" b="1" dirty="0">
                  <a:solidFill>
                    <a:srgbClr val="FFFFFF"/>
                  </a:solidFill>
                  <a:latin typeface="Arial Narrow" panose="020B0606020202030204" pitchFamily="34" charset="0"/>
                </a:rPr>
                <a:t>Timer 0</a:t>
              </a:r>
              <a:endParaRPr lang="en-US" sz="1867" dirty="0">
                <a:latin typeface="Arial Narrow" panose="020B0606020202030204" pitchFamily="34" charset="0"/>
              </a:endParaRPr>
            </a:p>
          </p:txBody>
        </p:sp>
        <p:sp>
          <p:nvSpPr>
            <p:cNvPr id="26" name="Shape 20">
              <a:extLst>
                <a:ext uri="{FF2B5EF4-FFF2-40B4-BE49-F238E27FC236}">
                  <a16:creationId xmlns:a16="http://schemas.microsoft.com/office/drawing/2014/main" id="{FFA38B74-BF29-4D49-C575-A9573D41001A}"/>
                </a:ext>
              </a:extLst>
            </p:cNvPr>
            <p:cNvSpPr/>
            <p:nvPr/>
          </p:nvSpPr>
          <p:spPr>
            <a:xfrm>
              <a:off x="3484382" y="2975528"/>
              <a:ext cx="2556837" cy="1929300"/>
            </a:xfrm>
            <a:prstGeom prst="rect">
              <a:avLst/>
            </a:prstGeom>
            <a:solidFill>
              <a:srgbClr val="EAF3FF"/>
            </a:solidFill>
            <a:ln w="12700">
              <a:solidFill>
                <a:srgbClr val="AACCEE"/>
              </a:solidFill>
              <a:prstDash val="solid"/>
            </a:ln>
          </p:spPr>
          <p:txBody>
            <a:bodyPr/>
            <a:lstStyle/>
            <a:p>
              <a:endParaRPr lang="en-US" sz="2400">
                <a:latin typeface="Arial Narrow" panose="020B0606020202030204" pitchFamily="34" charset="0"/>
              </a:endParaRPr>
            </a:p>
          </p:txBody>
        </p:sp>
        <p:sp>
          <p:nvSpPr>
            <p:cNvPr id="27" name="Shape 21">
              <a:extLst>
                <a:ext uri="{FF2B5EF4-FFF2-40B4-BE49-F238E27FC236}">
                  <a16:creationId xmlns:a16="http://schemas.microsoft.com/office/drawing/2014/main" id="{143F6190-A38A-144F-5410-CAC0BD0B8168}"/>
                </a:ext>
              </a:extLst>
            </p:cNvPr>
            <p:cNvSpPr/>
            <p:nvPr/>
          </p:nvSpPr>
          <p:spPr>
            <a:xfrm>
              <a:off x="3573315" y="3043902"/>
              <a:ext cx="2378970" cy="556756"/>
            </a:xfrm>
            <a:prstGeom prst="rect">
              <a:avLst/>
            </a:prstGeom>
            <a:solidFill>
              <a:srgbClr val="FFFFFF"/>
            </a:solidFill>
            <a:ln w="12700">
              <a:solidFill>
                <a:srgbClr val="BBDDEE"/>
              </a:solidFill>
              <a:prstDash val="solid"/>
            </a:ln>
          </p:spPr>
          <p:txBody>
            <a:bodyPr/>
            <a:lstStyle/>
            <a:p>
              <a:endParaRPr lang="en-US" sz="2400">
                <a:latin typeface="Arial Narrow" panose="020B0606020202030204" pitchFamily="34" charset="0"/>
              </a:endParaRPr>
            </a:p>
          </p:txBody>
        </p:sp>
        <p:sp>
          <p:nvSpPr>
            <p:cNvPr id="28" name="Text 22">
              <a:extLst>
                <a:ext uri="{FF2B5EF4-FFF2-40B4-BE49-F238E27FC236}">
                  <a16:creationId xmlns:a16="http://schemas.microsoft.com/office/drawing/2014/main" id="{4CD7F05A-7A46-0080-69A1-C367645F4222}"/>
                </a:ext>
              </a:extLst>
            </p:cNvPr>
            <p:cNvSpPr/>
            <p:nvPr/>
          </p:nvSpPr>
          <p:spPr>
            <a:xfrm>
              <a:off x="3595549" y="3063437"/>
              <a:ext cx="2334504" cy="517685"/>
            </a:xfrm>
            <a:prstGeom prst="rect">
              <a:avLst/>
            </a:prstGeom>
            <a:noFill/>
            <a:ln/>
          </p:spPr>
          <p:txBody>
            <a:bodyPr wrap="square" lIns="67733" tIns="67733" rIns="67733" bIns="67733" rtlCol="0" anchor="ctr"/>
            <a:lstStyle/>
            <a:p>
              <a:r>
                <a:rPr lang="en-US" sz="1467" dirty="0">
                  <a:solidFill>
                    <a:srgbClr val="1A1A1A"/>
                  </a:solidFill>
                  <a:latin typeface="Arial Narrow" panose="020B0606020202030204" pitchFamily="34" charset="0"/>
                </a:rPr>
                <a:t>• chartering()</a:t>
              </a:r>
              <a:endParaRPr lang="en-US" sz="1467" dirty="0">
                <a:latin typeface="Arial Narrow" panose="020B0606020202030204" pitchFamily="34" charset="0"/>
              </a:endParaRPr>
            </a:p>
          </p:txBody>
        </p:sp>
        <p:sp>
          <p:nvSpPr>
            <p:cNvPr id="30" name="Text 24">
              <a:extLst>
                <a:ext uri="{FF2B5EF4-FFF2-40B4-BE49-F238E27FC236}">
                  <a16:creationId xmlns:a16="http://schemas.microsoft.com/office/drawing/2014/main" id="{77FB5585-F8CE-0CAC-8F89-216DA7D84DC4}"/>
                </a:ext>
              </a:extLst>
            </p:cNvPr>
            <p:cNvSpPr/>
            <p:nvPr/>
          </p:nvSpPr>
          <p:spPr>
            <a:xfrm>
              <a:off x="3595549" y="3698334"/>
              <a:ext cx="2334504" cy="517685"/>
            </a:xfrm>
            <a:prstGeom prst="rect">
              <a:avLst/>
            </a:prstGeom>
            <a:noFill/>
            <a:ln/>
          </p:spPr>
          <p:txBody>
            <a:bodyPr wrap="square" lIns="67733" tIns="67733" rIns="67733" bIns="67733" rtlCol="0" anchor="ctr"/>
            <a:lstStyle/>
            <a:p>
              <a:endParaRPr lang="en-US" sz="1467" dirty="0">
                <a:latin typeface="Arial Narrow" panose="020B0606020202030204" pitchFamily="34" charset="0"/>
              </a:endParaRPr>
            </a:p>
          </p:txBody>
        </p:sp>
        <p:sp>
          <p:nvSpPr>
            <p:cNvPr id="31" name="Shape 25">
              <a:extLst>
                <a:ext uri="{FF2B5EF4-FFF2-40B4-BE49-F238E27FC236}">
                  <a16:creationId xmlns:a16="http://schemas.microsoft.com/office/drawing/2014/main" id="{51BD398C-2DF8-25E9-B11C-9BA085E44790}"/>
                </a:ext>
              </a:extLst>
            </p:cNvPr>
            <p:cNvSpPr/>
            <p:nvPr/>
          </p:nvSpPr>
          <p:spPr>
            <a:xfrm>
              <a:off x="7486388" y="1998764"/>
              <a:ext cx="0" cy="341868"/>
            </a:xfrm>
            <a:prstGeom prst="line">
              <a:avLst/>
            </a:prstGeom>
            <a:noFill/>
            <a:ln w="19050">
              <a:solidFill>
                <a:srgbClr val="555555"/>
              </a:solidFill>
              <a:prstDash val="solid"/>
            </a:ln>
          </p:spPr>
          <p:txBody>
            <a:bodyPr/>
            <a:lstStyle/>
            <a:p>
              <a:endParaRPr lang="en-US" sz="2400">
                <a:latin typeface="Arial Narrow" panose="020B0606020202030204" pitchFamily="34" charset="0"/>
              </a:endParaRPr>
            </a:p>
          </p:txBody>
        </p:sp>
        <p:sp>
          <p:nvSpPr>
            <p:cNvPr id="32" name="Shape 26">
              <a:extLst>
                <a:ext uri="{FF2B5EF4-FFF2-40B4-BE49-F238E27FC236}">
                  <a16:creationId xmlns:a16="http://schemas.microsoft.com/office/drawing/2014/main" id="{5C3C2408-7C79-AD3C-9C23-7C1A23336A5C}"/>
                </a:ext>
              </a:extLst>
            </p:cNvPr>
            <p:cNvSpPr/>
            <p:nvPr/>
          </p:nvSpPr>
          <p:spPr>
            <a:xfrm>
              <a:off x="6207969" y="2340632"/>
              <a:ext cx="2556837" cy="634897"/>
            </a:xfrm>
            <a:prstGeom prst="rect">
              <a:avLst/>
            </a:prstGeom>
            <a:solidFill>
              <a:srgbClr val="4472C4"/>
            </a:solidFill>
            <a:ln w="12700">
              <a:solidFill>
                <a:srgbClr val="4472C4"/>
              </a:solidFill>
              <a:prstDash val="solid"/>
            </a:ln>
          </p:spPr>
          <p:txBody>
            <a:bodyPr/>
            <a:lstStyle/>
            <a:p>
              <a:endParaRPr lang="en-US" sz="2400" dirty="0">
                <a:latin typeface="Arial Narrow" panose="020B0606020202030204" pitchFamily="34" charset="0"/>
              </a:endParaRPr>
            </a:p>
          </p:txBody>
        </p:sp>
        <p:sp>
          <p:nvSpPr>
            <p:cNvPr id="33" name="Text 27">
              <a:extLst>
                <a:ext uri="{FF2B5EF4-FFF2-40B4-BE49-F238E27FC236}">
                  <a16:creationId xmlns:a16="http://schemas.microsoft.com/office/drawing/2014/main" id="{78530E82-0073-4CEE-98AD-178BE1324B01}"/>
                </a:ext>
              </a:extLst>
            </p:cNvPr>
            <p:cNvSpPr/>
            <p:nvPr/>
          </p:nvSpPr>
          <p:spPr>
            <a:xfrm>
              <a:off x="6207969" y="2340632"/>
              <a:ext cx="2556837" cy="634897"/>
            </a:xfrm>
            <a:prstGeom prst="rect">
              <a:avLst/>
            </a:prstGeom>
            <a:noFill/>
            <a:ln/>
          </p:spPr>
          <p:txBody>
            <a:bodyPr wrap="square" lIns="0" tIns="0" rIns="0" bIns="0" rtlCol="0" anchor="ctr"/>
            <a:lstStyle/>
            <a:p>
              <a:pPr algn="ctr"/>
              <a:r>
                <a:rPr lang="en-US" sz="1867" b="1" dirty="0">
                  <a:solidFill>
                    <a:srgbClr val="FFFFFF"/>
                  </a:solidFill>
                  <a:latin typeface="Arial Narrow" panose="020B0606020202030204" pitchFamily="34" charset="0"/>
                </a:rPr>
                <a:t>Timer 1</a:t>
              </a:r>
              <a:endParaRPr lang="en-US" sz="1867" dirty="0">
                <a:latin typeface="Arial Narrow" panose="020B0606020202030204" pitchFamily="34" charset="0"/>
              </a:endParaRPr>
            </a:p>
          </p:txBody>
        </p:sp>
        <p:sp>
          <p:nvSpPr>
            <p:cNvPr id="34" name="Shape 28">
              <a:extLst>
                <a:ext uri="{FF2B5EF4-FFF2-40B4-BE49-F238E27FC236}">
                  <a16:creationId xmlns:a16="http://schemas.microsoft.com/office/drawing/2014/main" id="{B2926837-8D7A-5220-EB0B-184E6F67ABB2}"/>
                </a:ext>
              </a:extLst>
            </p:cNvPr>
            <p:cNvSpPr/>
            <p:nvPr/>
          </p:nvSpPr>
          <p:spPr>
            <a:xfrm>
              <a:off x="6207969" y="2975528"/>
              <a:ext cx="2556837" cy="1357703"/>
            </a:xfrm>
            <a:prstGeom prst="rect">
              <a:avLst/>
            </a:prstGeom>
            <a:solidFill>
              <a:srgbClr val="EAF3FF"/>
            </a:solidFill>
            <a:ln w="12700">
              <a:solidFill>
                <a:srgbClr val="AACCEE"/>
              </a:solidFill>
              <a:prstDash val="solid"/>
            </a:ln>
          </p:spPr>
          <p:txBody>
            <a:bodyPr/>
            <a:lstStyle/>
            <a:p>
              <a:endParaRPr lang="en-US" sz="2400">
                <a:latin typeface="Arial Narrow" panose="020B0606020202030204" pitchFamily="34" charset="0"/>
              </a:endParaRPr>
            </a:p>
          </p:txBody>
        </p:sp>
        <p:sp>
          <p:nvSpPr>
            <p:cNvPr id="35" name="Shape 29">
              <a:extLst>
                <a:ext uri="{FF2B5EF4-FFF2-40B4-BE49-F238E27FC236}">
                  <a16:creationId xmlns:a16="http://schemas.microsoft.com/office/drawing/2014/main" id="{5A66A8A6-F627-07F9-DBBD-0762CE526311}"/>
                </a:ext>
              </a:extLst>
            </p:cNvPr>
            <p:cNvSpPr/>
            <p:nvPr/>
          </p:nvSpPr>
          <p:spPr>
            <a:xfrm>
              <a:off x="6296903" y="3043902"/>
              <a:ext cx="2378970" cy="556756"/>
            </a:xfrm>
            <a:prstGeom prst="rect">
              <a:avLst/>
            </a:prstGeom>
            <a:solidFill>
              <a:srgbClr val="FFFFFF"/>
            </a:solidFill>
            <a:ln w="12700">
              <a:solidFill>
                <a:srgbClr val="BBDDEE"/>
              </a:solidFill>
              <a:prstDash val="solid"/>
            </a:ln>
          </p:spPr>
          <p:txBody>
            <a:bodyPr/>
            <a:lstStyle/>
            <a:p>
              <a:endParaRPr lang="en-US" sz="2400">
                <a:latin typeface="Arial Narrow" panose="020B0606020202030204" pitchFamily="34" charset="0"/>
              </a:endParaRPr>
            </a:p>
          </p:txBody>
        </p:sp>
        <p:sp>
          <p:nvSpPr>
            <p:cNvPr id="36" name="Text 30">
              <a:extLst>
                <a:ext uri="{FF2B5EF4-FFF2-40B4-BE49-F238E27FC236}">
                  <a16:creationId xmlns:a16="http://schemas.microsoft.com/office/drawing/2014/main" id="{A95C352F-CBBE-90F2-F58E-3662813A3A89}"/>
                </a:ext>
              </a:extLst>
            </p:cNvPr>
            <p:cNvSpPr/>
            <p:nvPr/>
          </p:nvSpPr>
          <p:spPr>
            <a:xfrm>
              <a:off x="6319136" y="3063437"/>
              <a:ext cx="2334504" cy="517685"/>
            </a:xfrm>
            <a:prstGeom prst="rect">
              <a:avLst/>
            </a:prstGeom>
            <a:noFill/>
            <a:ln/>
          </p:spPr>
          <p:txBody>
            <a:bodyPr wrap="square" lIns="67733" tIns="67733" rIns="67733" bIns="67733" rtlCol="0" anchor="ctr"/>
            <a:lstStyle/>
            <a:p>
              <a:r>
                <a:rPr lang="en-US" sz="1467" dirty="0">
                  <a:solidFill>
                    <a:srgbClr val="1A1A1A"/>
                  </a:solidFill>
                  <a:latin typeface="Arial Narrow" panose="020B0606020202030204" pitchFamily="34" charset="0"/>
                </a:rPr>
                <a:t>• readEcho()</a:t>
              </a:r>
              <a:endParaRPr lang="en-US" sz="1467" dirty="0">
                <a:latin typeface="Arial Narrow" panose="020B0606020202030204" pitchFamily="34" charset="0"/>
              </a:endParaRPr>
            </a:p>
          </p:txBody>
        </p:sp>
        <p:sp>
          <p:nvSpPr>
            <p:cNvPr id="37" name="Shape 31">
              <a:extLst>
                <a:ext uri="{FF2B5EF4-FFF2-40B4-BE49-F238E27FC236}">
                  <a16:creationId xmlns:a16="http://schemas.microsoft.com/office/drawing/2014/main" id="{BD06EDE5-EBD3-7C6B-AC4E-92AA4A0F39D7}"/>
                </a:ext>
              </a:extLst>
            </p:cNvPr>
            <p:cNvSpPr/>
            <p:nvPr/>
          </p:nvSpPr>
          <p:spPr>
            <a:xfrm>
              <a:off x="3595549" y="3698334"/>
              <a:ext cx="2378970" cy="556756"/>
            </a:xfrm>
            <a:prstGeom prst="rect">
              <a:avLst/>
            </a:prstGeom>
            <a:solidFill>
              <a:srgbClr val="FFFFFF"/>
            </a:solidFill>
            <a:ln w="12700">
              <a:solidFill>
                <a:srgbClr val="BBDDEE"/>
              </a:solidFill>
              <a:prstDash val="solid"/>
            </a:ln>
          </p:spPr>
          <p:txBody>
            <a:bodyPr/>
            <a:lstStyle/>
            <a:p>
              <a:endParaRPr lang="en-US" sz="2400">
                <a:latin typeface="Arial Narrow" panose="020B0606020202030204" pitchFamily="34" charset="0"/>
              </a:endParaRPr>
            </a:p>
          </p:txBody>
        </p:sp>
        <p:sp>
          <p:nvSpPr>
            <p:cNvPr id="38" name="Text 32">
              <a:extLst>
                <a:ext uri="{FF2B5EF4-FFF2-40B4-BE49-F238E27FC236}">
                  <a16:creationId xmlns:a16="http://schemas.microsoft.com/office/drawing/2014/main" id="{8212C3B6-D8AE-528C-C933-9DC1ACCDA287}"/>
                </a:ext>
              </a:extLst>
            </p:cNvPr>
            <p:cNvSpPr/>
            <p:nvPr/>
          </p:nvSpPr>
          <p:spPr>
            <a:xfrm>
              <a:off x="3617782" y="3717869"/>
              <a:ext cx="2334504" cy="517685"/>
            </a:xfrm>
            <a:prstGeom prst="rect">
              <a:avLst/>
            </a:prstGeom>
            <a:noFill/>
            <a:ln/>
          </p:spPr>
          <p:txBody>
            <a:bodyPr wrap="square" lIns="67733" tIns="67733" rIns="67733" bIns="67733" rtlCol="0" anchor="ctr"/>
            <a:lstStyle/>
            <a:p>
              <a:r>
                <a:rPr lang="en-US" sz="1467" dirty="0">
                  <a:solidFill>
                    <a:srgbClr val="1A1A1A"/>
                  </a:solidFill>
                  <a:latin typeface="Arial Narrow" panose="020B0606020202030204" pitchFamily="34" charset="0"/>
                </a:rPr>
                <a:t>• led()</a:t>
              </a:r>
              <a:endParaRPr lang="en-US" sz="1467" dirty="0">
                <a:latin typeface="Arial Narrow" panose="020B0606020202030204" pitchFamily="34" charset="0"/>
              </a:endParaRPr>
            </a:p>
          </p:txBody>
        </p:sp>
        <p:sp>
          <p:nvSpPr>
            <p:cNvPr id="39" name="Shape 33">
              <a:extLst>
                <a:ext uri="{FF2B5EF4-FFF2-40B4-BE49-F238E27FC236}">
                  <a16:creationId xmlns:a16="http://schemas.microsoft.com/office/drawing/2014/main" id="{3C1D7C0F-9220-6F63-2D38-6D9CE32BD2A2}"/>
                </a:ext>
              </a:extLst>
            </p:cNvPr>
            <p:cNvSpPr/>
            <p:nvPr/>
          </p:nvSpPr>
          <p:spPr>
            <a:xfrm>
              <a:off x="10209975" y="1998764"/>
              <a:ext cx="0" cy="341868"/>
            </a:xfrm>
            <a:prstGeom prst="line">
              <a:avLst/>
            </a:prstGeom>
            <a:noFill/>
            <a:ln w="19050">
              <a:solidFill>
                <a:srgbClr val="555555"/>
              </a:solidFill>
              <a:prstDash val="solid"/>
            </a:ln>
          </p:spPr>
          <p:txBody>
            <a:bodyPr/>
            <a:lstStyle/>
            <a:p>
              <a:endParaRPr lang="en-US" sz="2400">
                <a:latin typeface="Arial Narrow" panose="020B0606020202030204" pitchFamily="34" charset="0"/>
              </a:endParaRPr>
            </a:p>
          </p:txBody>
        </p:sp>
        <p:sp>
          <p:nvSpPr>
            <p:cNvPr id="40" name="Shape 34">
              <a:extLst>
                <a:ext uri="{FF2B5EF4-FFF2-40B4-BE49-F238E27FC236}">
                  <a16:creationId xmlns:a16="http://schemas.microsoft.com/office/drawing/2014/main" id="{A5ECDCEB-BC8E-69C3-D628-141D30FF80D9}"/>
                </a:ext>
              </a:extLst>
            </p:cNvPr>
            <p:cNvSpPr/>
            <p:nvPr/>
          </p:nvSpPr>
          <p:spPr>
            <a:xfrm>
              <a:off x="8931557" y="2340632"/>
              <a:ext cx="2556837" cy="634897"/>
            </a:xfrm>
            <a:prstGeom prst="rect">
              <a:avLst/>
            </a:prstGeom>
            <a:solidFill>
              <a:srgbClr val="0097A7"/>
            </a:solidFill>
            <a:ln w="12700">
              <a:solidFill>
                <a:srgbClr val="0097A7"/>
              </a:solidFill>
              <a:prstDash val="solid"/>
            </a:ln>
          </p:spPr>
          <p:txBody>
            <a:bodyPr/>
            <a:lstStyle/>
            <a:p>
              <a:endParaRPr lang="en-US" sz="2400" dirty="0">
                <a:latin typeface="Arial Narrow" panose="020B0606020202030204" pitchFamily="34" charset="0"/>
              </a:endParaRPr>
            </a:p>
          </p:txBody>
        </p:sp>
        <p:sp>
          <p:nvSpPr>
            <p:cNvPr id="41" name="Text 35">
              <a:extLst>
                <a:ext uri="{FF2B5EF4-FFF2-40B4-BE49-F238E27FC236}">
                  <a16:creationId xmlns:a16="http://schemas.microsoft.com/office/drawing/2014/main" id="{F1EFF03F-2BA5-FD0C-F668-BBE4E93ED874}"/>
                </a:ext>
              </a:extLst>
            </p:cNvPr>
            <p:cNvSpPr/>
            <p:nvPr/>
          </p:nvSpPr>
          <p:spPr>
            <a:xfrm>
              <a:off x="8931557" y="2340632"/>
              <a:ext cx="2556837" cy="634897"/>
            </a:xfrm>
            <a:prstGeom prst="rect">
              <a:avLst/>
            </a:prstGeom>
            <a:noFill/>
            <a:ln/>
          </p:spPr>
          <p:txBody>
            <a:bodyPr wrap="square" lIns="0" tIns="0" rIns="0" bIns="0" rtlCol="0" anchor="ctr"/>
            <a:lstStyle/>
            <a:p>
              <a:pPr algn="ctr"/>
              <a:r>
                <a:rPr lang="en-US" sz="1867" b="1" dirty="0">
                  <a:solidFill>
                    <a:srgbClr val="FFFFFF"/>
                  </a:solidFill>
                  <a:latin typeface="Arial Narrow" panose="020B0606020202030204" pitchFamily="34" charset="0"/>
                </a:rPr>
                <a:t>Timer 2</a:t>
              </a:r>
              <a:endParaRPr lang="en-US" sz="1867" dirty="0">
                <a:latin typeface="Arial Narrow" panose="020B0606020202030204" pitchFamily="34" charset="0"/>
              </a:endParaRPr>
            </a:p>
          </p:txBody>
        </p:sp>
        <p:sp>
          <p:nvSpPr>
            <p:cNvPr id="42" name="Shape 36">
              <a:extLst>
                <a:ext uri="{FF2B5EF4-FFF2-40B4-BE49-F238E27FC236}">
                  <a16:creationId xmlns:a16="http://schemas.microsoft.com/office/drawing/2014/main" id="{DF4E8FCF-6C86-78CC-E601-B36D0E3D4D8B}"/>
                </a:ext>
              </a:extLst>
            </p:cNvPr>
            <p:cNvSpPr/>
            <p:nvPr/>
          </p:nvSpPr>
          <p:spPr>
            <a:xfrm>
              <a:off x="8931557" y="2975528"/>
              <a:ext cx="2556837" cy="1357703"/>
            </a:xfrm>
            <a:prstGeom prst="rect">
              <a:avLst/>
            </a:prstGeom>
            <a:solidFill>
              <a:srgbClr val="EAF3FF"/>
            </a:solidFill>
            <a:ln w="12700">
              <a:solidFill>
                <a:srgbClr val="AACCEE"/>
              </a:solidFill>
              <a:prstDash val="solid"/>
            </a:ln>
          </p:spPr>
          <p:txBody>
            <a:bodyPr/>
            <a:lstStyle/>
            <a:p>
              <a:endParaRPr lang="en-US" sz="2400" dirty="0">
                <a:latin typeface="Arial Narrow" panose="020B0606020202030204" pitchFamily="34" charset="0"/>
              </a:endParaRPr>
            </a:p>
          </p:txBody>
        </p:sp>
        <p:sp>
          <p:nvSpPr>
            <p:cNvPr id="43" name="Shape 37">
              <a:extLst>
                <a:ext uri="{FF2B5EF4-FFF2-40B4-BE49-F238E27FC236}">
                  <a16:creationId xmlns:a16="http://schemas.microsoft.com/office/drawing/2014/main" id="{B1135F4A-5C8C-E70C-2270-FC54DBB472F2}"/>
                </a:ext>
              </a:extLst>
            </p:cNvPr>
            <p:cNvSpPr/>
            <p:nvPr/>
          </p:nvSpPr>
          <p:spPr>
            <a:xfrm>
              <a:off x="9020490" y="3043902"/>
              <a:ext cx="2378970" cy="556756"/>
            </a:xfrm>
            <a:prstGeom prst="rect">
              <a:avLst/>
            </a:prstGeom>
            <a:solidFill>
              <a:srgbClr val="FFFFFF"/>
            </a:solidFill>
            <a:ln w="12700">
              <a:solidFill>
                <a:srgbClr val="BBDDEE"/>
              </a:solidFill>
              <a:prstDash val="solid"/>
            </a:ln>
          </p:spPr>
          <p:txBody>
            <a:bodyPr/>
            <a:lstStyle/>
            <a:p>
              <a:endParaRPr lang="en-US" sz="2400">
                <a:latin typeface="Arial Narrow" panose="020B0606020202030204" pitchFamily="34" charset="0"/>
              </a:endParaRPr>
            </a:p>
          </p:txBody>
        </p:sp>
        <p:sp>
          <p:nvSpPr>
            <p:cNvPr id="44" name="Text 38">
              <a:extLst>
                <a:ext uri="{FF2B5EF4-FFF2-40B4-BE49-F238E27FC236}">
                  <a16:creationId xmlns:a16="http://schemas.microsoft.com/office/drawing/2014/main" id="{EC2F134D-AA3C-AB05-1AF7-77103650EC37}"/>
                </a:ext>
              </a:extLst>
            </p:cNvPr>
            <p:cNvSpPr/>
            <p:nvPr/>
          </p:nvSpPr>
          <p:spPr>
            <a:xfrm>
              <a:off x="9042724" y="3063437"/>
              <a:ext cx="2334504" cy="517685"/>
            </a:xfrm>
            <a:prstGeom prst="rect">
              <a:avLst/>
            </a:prstGeom>
            <a:noFill/>
            <a:ln/>
          </p:spPr>
          <p:txBody>
            <a:bodyPr wrap="square" lIns="67733" tIns="67733" rIns="67733" bIns="67733" rtlCol="0" anchor="ctr"/>
            <a:lstStyle/>
            <a:p>
              <a:r>
                <a:rPr lang="en-US" sz="1467" dirty="0">
                  <a:solidFill>
                    <a:srgbClr val="1A1A1A"/>
                  </a:solidFill>
                  <a:latin typeface="Arial Narrow" panose="020B0606020202030204" pitchFamily="34" charset="0"/>
                </a:rPr>
                <a:t>• duty_motor()</a:t>
              </a:r>
              <a:endParaRPr lang="en-US" sz="1467" dirty="0">
                <a:latin typeface="Arial Narrow" panose="020B0606020202030204" pitchFamily="34" charset="0"/>
              </a:endParaRPr>
            </a:p>
          </p:txBody>
        </p:sp>
        <p:sp>
          <p:nvSpPr>
            <p:cNvPr id="3" name="Shape 31">
              <a:extLst>
                <a:ext uri="{FF2B5EF4-FFF2-40B4-BE49-F238E27FC236}">
                  <a16:creationId xmlns:a16="http://schemas.microsoft.com/office/drawing/2014/main" id="{507FA7AC-67D4-3B84-2304-5D54A580220B}"/>
                </a:ext>
              </a:extLst>
            </p:cNvPr>
            <p:cNvSpPr/>
            <p:nvPr/>
          </p:nvSpPr>
          <p:spPr>
            <a:xfrm>
              <a:off x="3595549" y="4303927"/>
              <a:ext cx="2378970" cy="556756"/>
            </a:xfrm>
            <a:prstGeom prst="rect">
              <a:avLst/>
            </a:prstGeom>
            <a:solidFill>
              <a:srgbClr val="FFFFFF"/>
            </a:solidFill>
            <a:ln w="12700">
              <a:solidFill>
                <a:srgbClr val="BBDDEE"/>
              </a:solidFill>
              <a:prstDash val="solid"/>
            </a:ln>
          </p:spPr>
          <p:txBody>
            <a:bodyPr/>
            <a:lstStyle/>
            <a:p>
              <a:endParaRPr lang="en-US" sz="2400">
                <a:latin typeface="Arial Narrow" panose="020B0606020202030204" pitchFamily="34" charset="0"/>
              </a:endParaRPr>
            </a:p>
          </p:txBody>
        </p:sp>
        <p:sp>
          <p:nvSpPr>
            <p:cNvPr id="4" name="Text 32">
              <a:extLst>
                <a:ext uri="{FF2B5EF4-FFF2-40B4-BE49-F238E27FC236}">
                  <a16:creationId xmlns:a16="http://schemas.microsoft.com/office/drawing/2014/main" id="{4967EB32-822A-2960-F5FB-3D8C224D9CD8}"/>
                </a:ext>
              </a:extLst>
            </p:cNvPr>
            <p:cNvSpPr/>
            <p:nvPr/>
          </p:nvSpPr>
          <p:spPr>
            <a:xfrm>
              <a:off x="3617782" y="4323462"/>
              <a:ext cx="2334504" cy="517685"/>
            </a:xfrm>
            <a:prstGeom prst="rect">
              <a:avLst/>
            </a:prstGeom>
            <a:noFill/>
            <a:ln/>
          </p:spPr>
          <p:txBody>
            <a:bodyPr wrap="square" lIns="67733" tIns="67733" rIns="67733" bIns="67733" rtlCol="0" anchor="ctr"/>
            <a:lstStyle/>
            <a:p>
              <a:r>
                <a:rPr lang="en-US" sz="1467" dirty="0">
                  <a:solidFill>
                    <a:srgbClr val="1A1A1A"/>
                  </a:solidFill>
                  <a:latin typeface="Arial Narrow" panose="020B0606020202030204" pitchFamily="34" charset="0"/>
                </a:rPr>
                <a:t>• </a:t>
              </a:r>
              <a:r>
                <a:rPr lang="en-US" sz="1467" dirty="0" err="1">
                  <a:solidFill>
                    <a:srgbClr val="1A1A1A"/>
                  </a:solidFill>
                  <a:latin typeface="Arial Narrow" panose="020B0606020202030204" pitchFamily="34" charset="0"/>
                </a:rPr>
                <a:t>timer_get_ms</a:t>
              </a:r>
              <a:r>
                <a:rPr lang="en-US" sz="1467" dirty="0">
                  <a:solidFill>
                    <a:srgbClr val="1A1A1A"/>
                  </a:solidFill>
                  <a:latin typeface="Arial Narrow" panose="020B0606020202030204" pitchFamily="34" charset="0"/>
                </a:rPr>
                <a:t>()</a:t>
              </a:r>
              <a:endParaRPr lang="en-US" sz="1467" dirty="0">
                <a:latin typeface="Arial Narrow" panose="020B0606020202030204" pitchFamily="34" charset="0"/>
              </a:endParaRPr>
            </a:p>
          </p:txBody>
        </p:sp>
      </p:grpSp>
      <p:graphicFrame>
        <p:nvGraphicFramePr>
          <p:cNvPr id="13" name="Diagram 12">
            <a:extLst>
              <a:ext uri="{FF2B5EF4-FFF2-40B4-BE49-F238E27FC236}">
                <a16:creationId xmlns:a16="http://schemas.microsoft.com/office/drawing/2014/main" id="{A5C50A65-1F25-864B-16C8-1AC6D5C8B088}"/>
              </a:ext>
            </a:extLst>
          </p:cNvPr>
          <p:cNvGraphicFramePr/>
          <p:nvPr>
            <p:extLst>
              <p:ext uri="{D42A27DB-BD31-4B8C-83A1-F6EECF244321}">
                <p14:modId xmlns:p14="http://schemas.microsoft.com/office/powerpoint/2010/main" val="885208474"/>
              </p:ext>
            </p:extLst>
          </p:nvPr>
        </p:nvGraphicFramePr>
        <p:xfrm>
          <a:off x="582869" y="216311"/>
          <a:ext cx="3418860" cy="9132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094433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B2667E6-C06E-DDAC-8C17-CF2A08A8A3EE}"/>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D9DD51B2-F865-911D-F3B8-4474EEA35CA4}"/>
              </a:ext>
            </a:extLst>
          </p:cNvPr>
          <p:cNvPicPr>
            <a:picLocks noChangeAspect="1"/>
          </p:cNvPicPr>
          <p:nvPr/>
        </p:nvPicPr>
        <p:blipFill>
          <a:blip r:embed="rId3"/>
          <a:stretch>
            <a:fillRect/>
          </a:stretch>
        </p:blipFill>
        <p:spPr>
          <a:xfrm>
            <a:off x="7808109" y="4326133"/>
            <a:ext cx="2101765" cy="2464492"/>
          </a:xfrm>
          <a:prstGeom prst="rect">
            <a:avLst/>
          </a:prstGeom>
        </p:spPr>
      </p:pic>
      <p:grpSp>
        <p:nvGrpSpPr>
          <p:cNvPr id="9" name="Group 8">
            <a:extLst>
              <a:ext uri="{FF2B5EF4-FFF2-40B4-BE49-F238E27FC236}">
                <a16:creationId xmlns:a16="http://schemas.microsoft.com/office/drawing/2014/main" id="{8587599B-839C-18D6-600F-10CF4A80E820}"/>
              </a:ext>
            </a:extLst>
          </p:cNvPr>
          <p:cNvGrpSpPr/>
          <p:nvPr/>
        </p:nvGrpSpPr>
        <p:grpSpPr>
          <a:xfrm>
            <a:off x="5285561" y="500514"/>
            <a:ext cx="1620877" cy="485370"/>
            <a:chOff x="2045723" y="1533000"/>
            <a:chExt cx="3305401" cy="575169"/>
          </a:xfrm>
        </p:grpSpPr>
        <p:sp>
          <p:nvSpPr>
            <p:cNvPr id="3" name="Shape 3">
              <a:extLst>
                <a:ext uri="{FF2B5EF4-FFF2-40B4-BE49-F238E27FC236}">
                  <a16:creationId xmlns:a16="http://schemas.microsoft.com/office/drawing/2014/main" id="{AD5D3BFB-00E6-C421-1FCA-7C1C7764F41B}"/>
                </a:ext>
              </a:extLst>
            </p:cNvPr>
            <p:cNvSpPr/>
            <p:nvPr/>
          </p:nvSpPr>
          <p:spPr>
            <a:xfrm>
              <a:off x="2045723" y="1533000"/>
              <a:ext cx="3305401" cy="575169"/>
            </a:xfrm>
            <a:prstGeom prst="rect">
              <a:avLst/>
            </a:prstGeom>
            <a:solidFill>
              <a:srgbClr val="4472C4"/>
            </a:solidFill>
            <a:ln w="12700">
              <a:solidFill>
                <a:srgbClr val="1E5FA8"/>
              </a:solidFill>
              <a:prstDash val="solid"/>
            </a:ln>
          </p:spPr>
          <p:txBody>
            <a:bodyPr/>
            <a:lstStyle/>
            <a:p>
              <a:endParaRPr lang="en-US" sz="2400" dirty="0"/>
            </a:p>
          </p:txBody>
        </p:sp>
        <p:sp>
          <p:nvSpPr>
            <p:cNvPr id="4" name="Text 4">
              <a:extLst>
                <a:ext uri="{FF2B5EF4-FFF2-40B4-BE49-F238E27FC236}">
                  <a16:creationId xmlns:a16="http://schemas.microsoft.com/office/drawing/2014/main" id="{DEEB745D-E89B-E615-0C77-6C4B0D5FE0E7}"/>
                </a:ext>
              </a:extLst>
            </p:cNvPr>
            <p:cNvSpPr/>
            <p:nvPr/>
          </p:nvSpPr>
          <p:spPr>
            <a:xfrm>
              <a:off x="2045723" y="1533000"/>
              <a:ext cx="3305401" cy="575169"/>
            </a:xfrm>
            <a:prstGeom prst="rect">
              <a:avLst/>
            </a:prstGeom>
            <a:noFill/>
            <a:ln/>
          </p:spPr>
          <p:txBody>
            <a:bodyPr wrap="square" lIns="0" tIns="0" rIns="0" bIns="0" rtlCol="0" anchor="ctr"/>
            <a:lstStyle/>
            <a:p>
              <a:pPr algn="ctr"/>
              <a:r>
                <a:rPr lang="en-US" sz="1867" b="1" dirty="0">
                  <a:solidFill>
                    <a:srgbClr val="FFFFFF"/>
                  </a:solidFill>
                  <a:latin typeface="Arial Narrow" panose="020B0606020202030204" pitchFamily="34" charset="0"/>
                </a:rPr>
                <a:t>Flowchart</a:t>
              </a:r>
              <a:endParaRPr lang="en-US" sz="1867" dirty="0">
                <a:latin typeface="Arial Narrow" panose="020B0606020202030204" pitchFamily="34" charset="0"/>
              </a:endParaRPr>
            </a:p>
          </p:txBody>
        </p:sp>
      </p:grpSp>
      <p:pic>
        <p:nvPicPr>
          <p:cNvPr id="56" name="Picture 55">
            <a:extLst>
              <a:ext uri="{FF2B5EF4-FFF2-40B4-BE49-F238E27FC236}">
                <a16:creationId xmlns:a16="http://schemas.microsoft.com/office/drawing/2014/main" id="{82246BDA-7876-B7CA-3553-592DEA86EC96}"/>
              </a:ext>
            </a:extLst>
          </p:cNvPr>
          <p:cNvPicPr>
            <a:picLocks noChangeAspect="1"/>
          </p:cNvPicPr>
          <p:nvPr/>
        </p:nvPicPr>
        <p:blipFill>
          <a:blip r:embed="rId4"/>
          <a:stretch>
            <a:fillRect/>
          </a:stretch>
        </p:blipFill>
        <p:spPr>
          <a:xfrm>
            <a:off x="4988636" y="1288537"/>
            <a:ext cx="2431507" cy="2902867"/>
          </a:xfrm>
          <a:prstGeom prst="rect">
            <a:avLst/>
          </a:prstGeom>
        </p:spPr>
      </p:pic>
      <p:pic>
        <p:nvPicPr>
          <p:cNvPr id="6" name="Picture 5">
            <a:extLst>
              <a:ext uri="{FF2B5EF4-FFF2-40B4-BE49-F238E27FC236}">
                <a16:creationId xmlns:a16="http://schemas.microsoft.com/office/drawing/2014/main" id="{296A9B66-B48C-2E55-56B2-156A758B9B74}"/>
              </a:ext>
            </a:extLst>
          </p:cNvPr>
          <p:cNvPicPr>
            <a:picLocks noChangeAspect="1"/>
          </p:cNvPicPr>
          <p:nvPr/>
        </p:nvPicPr>
        <p:blipFill>
          <a:blip r:embed="rId5"/>
          <a:stretch>
            <a:fillRect/>
          </a:stretch>
        </p:blipFill>
        <p:spPr>
          <a:xfrm>
            <a:off x="1855404" y="1288537"/>
            <a:ext cx="2916455" cy="2902867"/>
          </a:xfrm>
          <a:prstGeom prst="rect">
            <a:avLst/>
          </a:prstGeom>
        </p:spPr>
      </p:pic>
      <p:pic>
        <p:nvPicPr>
          <p:cNvPr id="11" name="Picture 10">
            <a:extLst>
              <a:ext uri="{FF2B5EF4-FFF2-40B4-BE49-F238E27FC236}">
                <a16:creationId xmlns:a16="http://schemas.microsoft.com/office/drawing/2014/main" id="{C30061D8-4711-7875-5C49-CB0766008CC0}"/>
              </a:ext>
            </a:extLst>
          </p:cNvPr>
          <p:cNvPicPr>
            <a:picLocks noChangeAspect="1"/>
          </p:cNvPicPr>
          <p:nvPr/>
        </p:nvPicPr>
        <p:blipFill>
          <a:blip r:embed="rId6"/>
          <a:stretch>
            <a:fillRect/>
          </a:stretch>
        </p:blipFill>
        <p:spPr>
          <a:xfrm>
            <a:off x="7636920" y="1288537"/>
            <a:ext cx="2191599" cy="2902867"/>
          </a:xfrm>
          <a:prstGeom prst="rect">
            <a:avLst/>
          </a:prstGeom>
        </p:spPr>
      </p:pic>
      <p:pic>
        <p:nvPicPr>
          <p:cNvPr id="13" name="Picture 12">
            <a:extLst>
              <a:ext uri="{FF2B5EF4-FFF2-40B4-BE49-F238E27FC236}">
                <a16:creationId xmlns:a16="http://schemas.microsoft.com/office/drawing/2014/main" id="{589FC697-0D07-1BAE-C57D-EC7E672DB537}"/>
              </a:ext>
            </a:extLst>
          </p:cNvPr>
          <p:cNvPicPr>
            <a:picLocks noChangeAspect="1"/>
          </p:cNvPicPr>
          <p:nvPr/>
        </p:nvPicPr>
        <p:blipFill>
          <a:blip r:embed="rId7"/>
          <a:stretch>
            <a:fillRect/>
          </a:stretch>
        </p:blipFill>
        <p:spPr>
          <a:xfrm>
            <a:off x="96252" y="1288537"/>
            <a:ext cx="1636295" cy="2902867"/>
          </a:xfrm>
          <a:prstGeom prst="rect">
            <a:avLst/>
          </a:prstGeom>
        </p:spPr>
      </p:pic>
      <p:graphicFrame>
        <p:nvGraphicFramePr>
          <p:cNvPr id="7" name="Diagram 6">
            <a:extLst>
              <a:ext uri="{FF2B5EF4-FFF2-40B4-BE49-F238E27FC236}">
                <a16:creationId xmlns:a16="http://schemas.microsoft.com/office/drawing/2014/main" id="{E2450B2E-32C4-48BE-8514-8D6ED8A06C30}"/>
              </a:ext>
            </a:extLst>
          </p:cNvPr>
          <p:cNvGraphicFramePr/>
          <p:nvPr>
            <p:extLst>
              <p:ext uri="{D42A27DB-BD31-4B8C-83A1-F6EECF244321}">
                <p14:modId xmlns:p14="http://schemas.microsoft.com/office/powerpoint/2010/main" val="715751965"/>
              </p:ext>
            </p:extLst>
          </p:nvPr>
        </p:nvGraphicFramePr>
        <p:xfrm>
          <a:off x="582869" y="216311"/>
          <a:ext cx="3418860" cy="91326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pic>
        <p:nvPicPr>
          <p:cNvPr id="2" name="Picture 1">
            <a:extLst>
              <a:ext uri="{FF2B5EF4-FFF2-40B4-BE49-F238E27FC236}">
                <a16:creationId xmlns:a16="http://schemas.microsoft.com/office/drawing/2014/main" id="{B51996C4-FF27-8D62-265D-9050341D9EC6}"/>
              </a:ext>
            </a:extLst>
          </p:cNvPr>
          <p:cNvPicPr>
            <a:picLocks noChangeAspect="1"/>
          </p:cNvPicPr>
          <p:nvPr/>
        </p:nvPicPr>
        <p:blipFill>
          <a:blip r:embed="rId13"/>
          <a:stretch>
            <a:fillRect/>
          </a:stretch>
        </p:blipFill>
        <p:spPr>
          <a:xfrm>
            <a:off x="9976638" y="1288537"/>
            <a:ext cx="1987564" cy="2902867"/>
          </a:xfrm>
          <a:prstGeom prst="rect">
            <a:avLst/>
          </a:prstGeom>
        </p:spPr>
      </p:pic>
      <p:pic>
        <p:nvPicPr>
          <p:cNvPr id="5" name="Picture 4">
            <a:extLst>
              <a:ext uri="{FF2B5EF4-FFF2-40B4-BE49-F238E27FC236}">
                <a16:creationId xmlns:a16="http://schemas.microsoft.com/office/drawing/2014/main" id="{DEBB3007-A3E2-3BE5-121D-71C2B3E2897B}"/>
              </a:ext>
            </a:extLst>
          </p:cNvPr>
          <p:cNvPicPr>
            <a:picLocks noChangeAspect="1"/>
          </p:cNvPicPr>
          <p:nvPr/>
        </p:nvPicPr>
        <p:blipFill>
          <a:blip r:embed="rId14"/>
          <a:stretch>
            <a:fillRect/>
          </a:stretch>
        </p:blipFill>
        <p:spPr>
          <a:xfrm>
            <a:off x="1289257" y="4326133"/>
            <a:ext cx="1463575" cy="2464492"/>
          </a:xfrm>
          <a:prstGeom prst="rect">
            <a:avLst/>
          </a:prstGeom>
        </p:spPr>
      </p:pic>
      <p:pic>
        <p:nvPicPr>
          <p:cNvPr id="8" name="Picture 7">
            <a:extLst>
              <a:ext uri="{FF2B5EF4-FFF2-40B4-BE49-F238E27FC236}">
                <a16:creationId xmlns:a16="http://schemas.microsoft.com/office/drawing/2014/main" id="{2A530BEC-A398-3473-4CC8-AD3D78F726EF}"/>
              </a:ext>
            </a:extLst>
          </p:cNvPr>
          <p:cNvPicPr>
            <a:picLocks noChangeAspect="1"/>
          </p:cNvPicPr>
          <p:nvPr/>
        </p:nvPicPr>
        <p:blipFill>
          <a:blip r:embed="rId15"/>
          <a:stretch>
            <a:fillRect/>
          </a:stretch>
        </p:blipFill>
        <p:spPr>
          <a:xfrm>
            <a:off x="2932186" y="4326133"/>
            <a:ext cx="2481372" cy="2464492"/>
          </a:xfrm>
          <a:prstGeom prst="rect">
            <a:avLst/>
          </a:prstGeom>
        </p:spPr>
      </p:pic>
      <p:pic>
        <p:nvPicPr>
          <p:cNvPr id="12" name="Picture 11">
            <a:extLst>
              <a:ext uri="{FF2B5EF4-FFF2-40B4-BE49-F238E27FC236}">
                <a16:creationId xmlns:a16="http://schemas.microsoft.com/office/drawing/2014/main" id="{46E6A8AF-4262-902B-38B3-D3D150296B74}"/>
              </a:ext>
            </a:extLst>
          </p:cNvPr>
          <p:cNvPicPr>
            <a:picLocks noChangeAspect="1"/>
          </p:cNvPicPr>
          <p:nvPr/>
        </p:nvPicPr>
        <p:blipFill>
          <a:blip r:embed="rId16"/>
          <a:stretch>
            <a:fillRect/>
          </a:stretch>
        </p:blipFill>
        <p:spPr>
          <a:xfrm>
            <a:off x="5559951" y="4326134"/>
            <a:ext cx="2101765" cy="2464492"/>
          </a:xfrm>
          <a:prstGeom prst="rect">
            <a:avLst/>
          </a:prstGeom>
        </p:spPr>
      </p:pic>
    </p:spTree>
    <p:extLst>
      <p:ext uri="{BB962C8B-B14F-4D97-AF65-F5344CB8AC3E}">
        <p14:creationId xmlns:p14="http://schemas.microsoft.com/office/powerpoint/2010/main" val="1871388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309A4FA-CA8C-6190-D5E0-E267591ADFD5}"/>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BF501B3C-DD9D-97DB-1EE6-0B9259B74D10}"/>
              </a:ext>
            </a:extLst>
          </p:cNvPr>
          <p:cNvGrpSpPr/>
          <p:nvPr/>
        </p:nvGrpSpPr>
        <p:grpSpPr>
          <a:xfrm>
            <a:off x="5049429" y="981716"/>
            <a:ext cx="2093140" cy="625879"/>
            <a:chOff x="2045723" y="1533000"/>
            <a:chExt cx="3305401" cy="575169"/>
          </a:xfrm>
        </p:grpSpPr>
        <p:sp>
          <p:nvSpPr>
            <p:cNvPr id="3" name="Shape 3">
              <a:extLst>
                <a:ext uri="{FF2B5EF4-FFF2-40B4-BE49-F238E27FC236}">
                  <a16:creationId xmlns:a16="http://schemas.microsoft.com/office/drawing/2014/main" id="{69127760-E6C6-304C-6590-EA37E7559B35}"/>
                </a:ext>
              </a:extLst>
            </p:cNvPr>
            <p:cNvSpPr/>
            <p:nvPr/>
          </p:nvSpPr>
          <p:spPr>
            <a:xfrm>
              <a:off x="2045723" y="1533000"/>
              <a:ext cx="3305401" cy="575169"/>
            </a:xfrm>
            <a:prstGeom prst="rect">
              <a:avLst/>
            </a:prstGeom>
            <a:solidFill>
              <a:srgbClr val="4472C4"/>
            </a:solidFill>
            <a:ln w="12700">
              <a:solidFill>
                <a:srgbClr val="1E5FA8"/>
              </a:solidFill>
              <a:prstDash val="solid"/>
            </a:ln>
          </p:spPr>
          <p:txBody>
            <a:bodyPr/>
            <a:lstStyle/>
            <a:p>
              <a:endParaRPr lang="en-US" sz="2400" dirty="0"/>
            </a:p>
          </p:txBody>
        </p:sp>
        <p:sp>
          <p:nvSpPr>
            <p:cNvPr id="4" name="Text 4">
              <a:extLst>
                <a:ext uri="{FF2B5EF4-FFF2-40B4-BE49-F238E27FC236}">
                  <a16:creationId xmlns:a16="http://schemas.microsoft.com/office/drawing/2014/main" id="{C7DB3BAC-BE4C-40D0-94E4-403E64D870AA}"/>
                </a:ext>
              </a:extLst>
            </p:cNvPr>
            <p:cNvSpPr/>
            <p:nvPr/>
          </p:nvSpPr>
          <p:spPr>
            <a:xfrm>
              <a:off x="2045723" y="1533000"/>
              <a:ext cx="3305401" cy="575169"/>
            </a:xfrm>
            <a:prstGeom prst="rect">
              <a:avLst/>
            </a:prstGeom>
            <a:noFill/>
            <a:ln/>
          </p:spPr>
          <p:txBody>
            <a:bodyPr wrap="square" lIns="0" tIns="0" rIns="0" bIns="0" rtlCol="0" anchor="ctr"/>
            <a:lstStyle/>
            <a:p>
              <a:pPr algn="ctr"/>
              <a:r>
                <a:rPr lang="en-US" sz="1867" b="1" dirty="0">
                  <a:solidFill>
                    <a:srgbClr val="FFFFFF"/>
                  </a:solidFill>
                  <a:latin typeface="Arial Narrow" panose="020B0606020202030204" pitchFamily="34" charset="0"/>
                </a:rPr>
                <a:t>Flowchart</a:t>
              </a:r>
              <a:endParaRPr lang="en-US" sz="1867" dirty="0">
                <a:latin typeface="Arial Narrow" panose="020B0606020202030204" pitchFamily="34" charset="0"/>
              </a:endParaRPr>
            </a:p>
          </p:txBody>
        </p:sp>
      </p:grpSp>
      <p:pic>
        <p:nvPicPr>
          <p:cNvPr id="56" name="Picture 55">
            <a:extLst>
              <a:ext uri="{FF2B5EF4-FFF2-40B4-BE49-F238E27FC236}">
                <a16:creationId xmlns:a16="http://schemas.microsoft.com/office/drawing/2014/main" id="{547FCAD9-9234-3F09-EEEA-774F9B4BB493}"/>
              </a:ext>
            </a:extLst>
          </p:cNvPr>
          <p:cNvPicPr>
            <a:picLocks noChangeAspect="1"/>
          </p:cNvPicPr>
          <p:nvPr/>
        </p:nvPicPr>
        <p:blipFill>
          <a:blip r:embed="rId3"/>
          <a:stretch>
            <a:fillRect/>
          </a:stretch>
        </p:blipFill>
        <p:spPr>
          <a:xfrm>
            <a:off x="7182975" y="1745416"/>
            <a:ext cx="2431507" cy="4136780"/>
          </a:xfrm>
          <a:prstGeom prst="rect">
            <a:avLst/>
          </a:prstGeom>
        </p:spPr>
      </p:pic>
      <p:pic>
        <p:nvPicPr>
          <p:cNvPr id="6" name="Picture 5">
            <a:extLst>
              <a:ext uri="{FF2B5EF4-FFF2-40B4-BE49-F238E27FC236}">
                <a16:creationId xmlns:a16="http://schemas.microsoft.com/office/drawing/2014/main" id="{B3D6BFE6-91BD-6D0B-9B1E-BA6845283506}"/>
              </a:ext>
            </a:extLst>
          </p:cNvPr>
          <p:cNvPicPr>
            <a:picLocks noChangeAspect="1"/>
          </p:cNvPicPr>
          <p:nvPr/>
        </p:nvPicPr>
        <p:blipFill>
          <a:blip r:embed="rId4"/>
          <a:stretch>
            <a:fillRect/>
          </a:stretch>
        </p:blipFill>
        <p:spPr>
          <a:xfrm>
            <a:off x="2494986" y="1852926"/>
            <a:ext cx="4589609" cy="4167091"/>
          </a:xfrm>
          <a:prstGeom prst="rect">
            <a:avLst/>
          </a:prstGeom>
        </p:spPr>
      </p:pic>
      <p:pic>
        <p:nvPicPr>
          <p:cNvPr id="11" name="Picture 10">
            <a:extLst>
              <a:ext uri="{FF2B5EF4-FFF2-40B4-BE49-F238E27FC236}">
                <a16:creationId xmlns:a16="http://schemas.microsoft.com/office/drawing/2014/main" id="{729A51C7-E115-9CDD-C97A-A2EE0EE6ACD0}"/>
              </a:ext>
            </a:extLst>
          </p:cNvPr>
          <p:cNvPicPr>
            <a:picLocks noChangeAspect="1"/>
          </p:cNvPicPr>
          <p:nvPr/>
        </p:nvPicPr>
        <p:blipFill>
          <a:blip r:embed="rId5"/>
          <a:stretch>
            <a:fillRect/>
          </a:stretch>
        </p:blipFill>
        <p:spPr>
          <a:xfrm>
            <a:off x="9737339" y="1559660"/>
            <a:ext cx="2191599" cy="4322536"/>
          </a:xfrm>
          <a:prstGeom prst="rect">
            <a:avLst/>
          </a:prstGeom>
        </p:spPr>
      </p:pic>
      <p:pic>
        <p:nvPicPr>
          <p:cNvPr id="13" name="Picture 12">
            <a:extLst>
              <a:ext uri="{FF2B5EF4-FFF2-40B4-BE49-F238E27FC236}">
                <a16:creationId xmlns:a16="http://schemas.microsoft.com/office/drawing/2014/main" id="{6C57D2DB-95BB-3167-4517-7415F1DB26B6}"/>
              </a:ext>
            </a:extLst>
          </p:cNvPr>
          <p:cNvPicPr>
            <a:picLocks noChangeAspect="1"/>
          </p:cNvPicPr>
          <p:nvPr/>
        </p:nvPicPr>
        <p:blipFill>
          <a:blip r:embed="rId6"/>
          <a:stretch>
            <a:fillRect/>
          </a:stretch>
        </p:blipFill>
        <p:spPr>
          <a:xfrm>
            <a:off x="0" y="1540028"/>
            <a:ext cx="2563377" cy="4547556"/>
          </a:xfrm>
          <a:prstGeom prst="rect">
            <a:avLst/>
          </a:prstGeom>
        </p:spPr>
      </p:pic>
      <p:graphicFrame>
        <p:nvGraphicFramePr>
          <p:cNvPr id="7" name="Diagram 6">
            <a:extLst>
              <a:ext uri="{FF2B5EF4-FFF2-40B4-BE49-F238E27FC236}">
                <a16:creationId xmlns:a16="http://schemas.microsoft.com/office/drawing/2014/main" id="{BAF31557-AFF2-C8CE-3D2A-DC0B3CD73973}"/>
              </a:ext>
            </a:extLst>
          </p:cNvPr>
          <p:cNvGraphicFramePr/>
          <p:nvPr>
            <p:extLst>
              <p:ext uri="{D42A27DB-BD31-4B8C-83A1-F6EECF244321}">
                <p14:modId xmlns:p14="http://schemas.microsoft.com/office/powerpoint/2010/main" val="4109813702"/>
              </p:ext>
            </p:extLst>
          </p:nvPr>
        </p:nvGraphicFramePr>
        <p:xfrm>
          <a:off x="582869" y="216311"/>
          <a:ext cx="3418860" cy="91326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7077133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1D27DCF-D297-5955-8F14-CDAA6E5B3F81}"/>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ECEA4268-F2CD-C39C-70F3-3BAB1F555D74}"/>
              </a:ext>
            </a:extLst>
          </p:cNvPr>
          <p:cNvGrpSpPr/>
          <p:nvPr/>
        </p:nvGrpSpPr>
        <p:grpSpPr>
          <a:xfrm>
            <a:off x="5049429" y="981716"/>
            <a:ext cx="2093140" cy="625879"/>
            <a:chOff x="2045723" y="1533000"/>
            <a:chExt cx="3305401" cy="575169"/>
          </a:xfrm>
        </p:grpSpPr>
        <p:sp>
          <p:nvSpPr>
            <p:cNvPr id="3" name="Shape 3">
              <a:extLst>
                <a:ext uri="{FF2B5EF4-FFF2-40B4-BE49-F238E27FC236}">
                  <a16:creationId xmlns:a16="http://schemas.microsoft.com/office/drawing/2014/main" id="{5FA7461B-090A-2B83-591E-B218FADB31D5}"/>
                </a:ext>
              </a:extLst>
            </p:cNvPr>
            <p:cNvSpPr/>
            <p:nvPr/>
          </p:nvSpPr>
          <p:spPr>
            <a:xfrm>
              <a:off x="2045723" y="1533000"/>
              <a:ext cx="3305401" cy="575169"/>
            </a:xfrm>
            <a:prstGeom prst="rect">
              <a:avLst/>
            </a:prstGeom>
            <a:solidFill>
              <a:srgbClr val="4472C4"/>
            </a:solidFill>
            <a:ln w="12700">
              <a:solidFill>
                <a:srgbClr val="1E5FA8"/>
              </a:solidFill>
              <a:prstDash val="solid"/>
            </a:ln>
          </p:spPr>
          <p:txBody>
            <a:bodyPr/>
            <a:lstStyle/>
            <a:p>
              <a:endParaRPr lang="en-US" sz="2400" dirty="0"/>
            </a:p>
          </p:txBody>
        </p:sp>
        <p:sp>
          <p:nvSpPr>
            <p:cNvPr id="4" name="Text 4">
              <a:extLst>
                <a:ext uri="{FF2B5EF4-FFF2-40B4-BE49-F238E27FC236}">
                  <a16:creationId xmlns:a16="http://schemas.microsoft.com/office/drawing/2014/main" id="{BA35CBBB-CD36-B19D-C68C-453D0D0DAC8A}"/>
                </a:ext>
              </a:extLst>
            </p:cNvPr>
            <p:cNvSpPr/>
            <p:nvPr/>
          </p:nvSpPr>
          <p:spPr>
            <a:xfrm>
              <a:off x="2045723" y="1533000"/>
              <a:ext cx="3305401" cy="575169"/>
            </a:xfrm>
            <a:prstGeom prst="rect">
              <a:avLst/>
            </a:prstGeom>
            <a:noFill/>
            <a:ln/>
          </p:spPr>
          <p:txBody>
            <a:bodyPr wrap="square" lIns="0" tIns="0" rIns="0" bIns="0" rtlCol="0" anchor="ctr"/>
            <a:lstStyle/>
            <a:p>
              <a:pPr algn="ctr"/>
              <a:r>
                <a:rPr lang="en-US" sz="1867" b="1" dirty="0">
                  <a:solidFill>
                    <a:srgbClr val="FFFFFF"/>
                  </a:solidFill>
                  <a:latin typeface="Arial Narrow" panose="020B0606020202030204" pitchFamily="34" charset="0"/>
                </a:rPr>
                <a:t>Flowchart</a:t>
              </a:r>
              <a:endParaRPr lang="en-US" sz="1867" dirty="0">
                <a:latin typeface="Arial Narrow" panose="020B0606020202030204" pitchFamily="34" charset="0"/>
              </a:endParaRPr>
            </a:p>
          </p:txBody>
        </p:sp>
      </p:grpSp>
      <p:pic>
        <p:nvPicPr>
          <p:cNvPr id="8" name="Picture 7">
            <a:extLst>
              <a:ext uri="{FF2B5EF4-FFF2-40B4-BE49-F238E27FC236}">
                <a16:creationId xmlns:a16="http://schemas.microsoft.com/office/drawing/2014/main" id="{B63C9F07-BC22-59D2-9FDE-444AFA5CB97D}"/>
              </a:ext>
            </a:extLst>
          </p:cNvPr>
          <p:cNvPicPr>
            <a:picLocks noChangeAspect="1"/>
          </p:cNvPicPr>
          <p:nvPr/>
        </p:nvPicPr>
        <p:blipFill>
          <a:blip r:embed="rId3"/>
          <a:stretch>
            <a:fillRect/>
          </a:stretch>
        </p:blipFill>
        <p:spPr>
          <a:xfrm>
            <a:off x="322920" y="1810200"/>
            <a:ext cx="2882974" cy="4529972"/>
          </a:xfrm>
          <a:prstGeom prst="rect">
            <a:avLst/>
          </a:prstGeom>
        </p:spPr>
      </p:pic>
      <p:pic>
        <p:nvPicPr>
          <p:cNvPr id="11" name="Picture 10">
            <a:extLst>
              <a:ext uri="{FF2B5EF4-FFF2-40B4-BE49-F238E27FC236}">
                <a16:creationId xmlns:a16="http://schemas.microsoft.com/office/drawing/2014/main" id="{D5D280F7-C46D-E2D1-6316-4ACAA75C4E3C}"/>
              </a:ext>
            </a:extLst>
          </p:cNvPr>
          <p:cNvPicPr>
            <a:picLocks noChangeAspect="1"/>
          </p:cNvPicPr>
          <p:nvPr/>
        </p:nvPicPr>
        <p:blipFill>
          <a:blip r:embed="rId4"/>
          <a:stretch>
            <a:fillRect/>
          </a:stretch>
        </p:blipFill>
        <p:spPr>
          <a:xfrm>
            <a:off x="3700071" y="1810200"/>
            <a:ext cx="2740302" cy="4614353"/>
          </a:xfrm>
          <a:prstGeom prst="rect">
            <a:avLst/>
          </a:prstGeom>
        </p:spPr>
      </p:pic>
      <p:pic>
        <p:nvPicPr>
          <p:cNvPr id="6" name="Picture 5">
            <a:extLst>
              <a:ext uri="{FF2B5EF4-FFF2-40B4-BE49-F238E27FC236}">
                <a16:creationId xmlns:a16="http://schemas.microsoft.com/office/drawing/2014/main" id="{CDBDA863-8FFA-80D3-E969-1F0E6892CEC6}"/>
              </a:ext>
            </a:extLst>
          </p:cNvPr>
          <p:cNvPicPr>
            <a:picLocks noChangeAspect="1"/>
          </p:cNvPicPr>
          <p:nvPr/>
        </p:nvPicPr>
        <p:blipFill>
          <a:blip r:embed="rId5"/>
          <a:stretch>
            <a:fillRect/>
          </a:stretch>
        </p:blipFill>
        <p:spPr>
          <a:xfrm>
            <a:off x="6934550" y="1708600"/>
            <a:ext cx="4828366" cy="4795520"/>
          </a:xfrm>
          <a:prstGeom prst="rect">
            <a:avLst/>
          </a:prstGeom>
        </p:spPr>
      </p:pic>
      <p:graphicFrame>
        <p:nvGraphicFramePr>
          <p:cNvPr id="7" name="Diagram 6">
            <a:extLst>
              <a:ext uri="{FF2B5EF4-FFF2-40B4-BE49-F238E27FC236}">
                <a16:creationId xmlns:a16="http://schemas.microsoft.com/office/drawing/2014/main" id="{39E6BBBC-E7B9-9A4D-EA74-A9B13F6E4B7F}"/>
              </a:ext>
            </a:extLst>
          </p:cNvPr>
          <p:cNvGraphicFramePr/>
          <p:nvPr>
            <p:extLst>
              <p:ext uri="{D42A27DB-BD31-4B8C-83A1-F6EECF244321}">
                <p14:modId xmlns:p14="http://schemas.microsoft.com/office/powerpoint/2010/main" val="2309567547"/>
              </p:ext>
            </p:extLst>
          </p:nvPr>
        </p:nvGraphicFramePr>
        <p:xfrm>
          <a:off x="582869" y="216311"/>
          <a:ext cx="3418860" cy="913268"/>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15310000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ED3E845-2DBA-893A-B9FF-776ED18AB6C9}"/>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7A16CE6E-F52C-B807-D94F-D931E3808B5F}"/>
              </a:ext>
            </a:extLst>
          </p:cNvPr>
          <p:cNvGrpSpPr/>
          <p:nvPr/>
        </p:nvGrpSpPr>
        <p:grpSpPr>
          <a:xfrm>
            <a:off x="5049429" y="981716"/>
            <a:ext cx="2093140" cy="625879"/>
            <a:chOff x="2045723" y="1533000"/>
            <a:chExt cx="3305401" cy="575169"/>
          </a:xfrm>
        </p:grpSpPr>
        <p:sp>
          <p:nvSpPr>
            <p:cNvPr id="3" name="Shape 3">
              <a:extLst>
                <a:ext uri="{FF2B5EF4-FFF2-40B4-BE49-F238E27FC236}">
                  <a16:creationId xmlns:a16="http://schemas.microsoft.com/office/drawing/2014/main" id="{E70256F9-9BFC-8BFE-00E1-EB5219ED5711}"/>
                </a:ext>
              </a:extLst>
            </p:cNvPr>
            <p:cNvSpPr/>
            <p:nvPr/>
          </p:nvSpPr>
          <p:spPr>
            <a:xfrm>
              <a:off x="2045723" y="1533000"/>
              <a:ext cx="3305401" cy="575169"/>
            </a:xfrm>
            <a:prstGeom prst="rect">
              <a:avLst/>
            </a:prstGeom>
            <a:solidFill>
              <a:srgbClr val="4472C4"/>
            </a:solidFill>
            <a:ln w="12700">
              <a:solidFill>
                <a:srgbClr val="1E5FA8"/>
              </a:solidFill>
              <a:prstDash val="solid"/>
            </a:ln>
          </p:spPr>
          <p:txBody>
            <a:bodyPr/>
            <a:lstStyle/>
            <a:p>
              <a:endParaRPr lang="en-US" sz="2400" dirty="0"/>
            </a:p>
          </p:txBody>
        </p:sp>
        <p:sp>
          <p:nvSpPr>
            <p:cNvPr id="4" name="Text 4">
              <a:extLst>
                <a:ext uri="{FF2B5EF4-FFF2-40B4-BE49-F238E27FC236}">
                  <a16:creationId xmlns:a16="http://schemas.microsoft.com/office/drawing/2014/main" id="{090AC9BB-1B90-9E62-3266-FA7C8E53D1CA}"/>
                </a:ext>
              </a:extLst>
            </p:cNvPr>
            <p:cNvSpPr/>
            <p:nvPr/>
          </p:nvSpPr>
          <p:spPr>
            <a:xfrm>
              <a:off x="2045723" y="1533000"/>
              <a:ext cx="3305401" cy="575169"/>
            </a:xfrm>
            <a:prstGeom prst="rect">
              <a:avLst/>
            </a:prstGeom>
            <a:noFill/>
            <a:ln/>
          </p:spPr>
          <p:txBody>
            <a:bodyPr wrap="square" lIns="0" tIns="0" rIns="0" bIns="0" rtlCol="0" anchor="ctr"/>
            <a:lstStyle/>
            <a:p>
              <a:pPr algn="ctr"/>
              <a:r>
                <a:rPr lang="en-US" sz="1867" b="1" dirty="0">
                  <a:solidFill>
                    <a:srgbClr val="FFFFFF"/>
                  </a:solidFill>
                  <a:latin typeface="Arial Narrow" panose="020B0606020202030204" pitchFamily="34" charset="0"/>
                </a:rPr>
                <a:t>Flowchart</a:t>
              </a:r>
              <a:endParaRPr lang="en-US" sz="1867" dirty="0">
                <a:latin typeface="Arial Narrow" panose="020B0606020202030204" pitchFamily="34" charset="0"/>
              </a:endParaRPr>
            </a:p>
          </p:txBody>
        </p:sp>
      </p:grpSp>
      <p:pic>
        <p:nvPicPr>
          <p:cNvPr id="13" name="Picture 12">
            <a:extLst>
              <a:ext uri="{FF2B5EF4-FFF2-40B4-BE49-F238E27FC236}">
                <a16:creationId xmlns:a16="http://schemas.microsoft.com/office/drawing/2014/main" id="{D5E8660A-855D-46E9-6607-77DF0AB5EE27}"/>
              </a:ext>
            </a:extLst>
          </p:cNvPr>
          <p:cNvPicPr>
            <a:picLocks noChangeAspect="1"/>
          </p:cNvPicPr>
          <p:nvPr/>
        </p:nvPicPr>
        <p:blipFill>
          <a:blip r:embed="rId3"/>
          <a:stretch>
            <a:fillRect/>
          </a:stretch>
        </p:blipFill>
        <p:spPr>
          <a:xfrm>
            <a:off x="6709830" y="1767914"/>
            <a:ext cx="4107000" cy="4521302"/>
          </a:xfrm>
          <a:prstGeom prst="rect">
            <a:avLst/>
          </a:prstGeom>
        </p:spPr>
      </p:pic>
      <p:pic>
        <p:nvPicPr>
          <p:cNvPr id="6" name="Picture 5">
            <a:extLst>
              <a:ext uri="{FF2B5EF4-FFF2-40B4-BE49-F238E27FC236}">
                <a16:creationId xmlns:a16="http://schemas.microsoft.com/office/drawing/2014/main" id="{3D950D9A-208E-FE59-D5B8-CCB28A5A6D2C}"/>
              </a:ext>
            </a:extLst>
          </p:cNvPr>
          <p:cNvPicPr>
            <a:picLocks noChangeAspect="1"/>
          </p:cNvPicPr>
          <p:nvPr/>
        </p:nvPicPr>
        <p:blipFill>
          <a:blip r:embed="rId4"/>
          <a:stretch>
            <a:fillRect/>
          </a:stretch>
        </p:blipFill>
        <p:spPr>
          <a:xfrm>
            <a:off x="1497090" y="1708600"/>
            <a:ext cx="3775950" cy="4742149"/>
          </a:xfrm>
          <a:prstGeom prst="rect">
            <a:avLst/>
          </a:prstGeom>
        </p:spPr>
      </p:pic>
      <p:graphicFrame>
        <p:nvGraphicFramePr>
          <p:cNvPr id="5" name="Diagram 4">
            <a:extLst>
              <a:ext uri="{FF2B5EF4-FFF2-40B4-BE49-F238E27FC236}">
                <a16:creationId xmlns:a16="http://schemas.microsoft.com/office/drawing/2014/main" id="{E8F65897-7461-1A5A-66DB-8B6973CA330E}"/>
              </a:ext>
            </a:extLst>
          </p:cNvPr>
          <p:cNvGraphicFramePr/>
          <p:nvPr>
            <p:extLst>
              <p:ext uri="{D42A27DB-BD31-4B8C-83A1-F6EECF244321}">
                <p14:modId xmlns:p14="http://schemas.microsoft.com/office/powerpoint/2010/main" val="263650173"/>
              </p:ext>
            </p:extLst>
          </p:nvPr>
        </p:nvGraphicFramePr>
        <p:xfrm>
          <a:off x="582869" y="216311"/>
          <a:ext cx="3418860" cy="91326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5602305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EE26F74-132A-0FEC-29CA-038869B3A0EB}"/>
            </a:ext>
          </a:extLst>
        </p:cNvPr>
        <p:cNvGrpSpPr/>
        <p:nvPr/>
      </p:nvGrpSpPr>
      <p:grpSpPr>
        <a:xfrm>
          <a:off x="0" y="0"/>
          <a:ext cx="0" cy="0"/>
          <a:chOff x="0" y="0"/>
          <a:chExt cx="0" cy="0"/>
        </a:xfrm>
      </p:grpSpPr>
      <p:sp>
        <p:nvSpPr>
          <p:cNvPr id="4" name="Shape 3">
            <a:extLst>
              <a:ext uri="{FF2B5EF4-FFF2-40B4-BE49-F238E27FC236}">
                <a16:creationId xmlns:a16="http://schemas.microsoft.com/office/drawing/2014/main" id="{7FC79E66-7512-4988-444E-E9E51B9CEE9D}"/>
              </a:ext>
            </a:extLst>
          </p:cNvPr>
          <p:cNvSpPr/>
          <p:nvPr/>
        </p:nvSpPr>
        <p:spPr>
          <a:xfrm>
            <a:off x="304800" y="1060704"/>
            <a:ext cx="1584960" cy="365760"/>
          </a:xfrm>
          <a:prstGeom prst="rect">
            <a:avLst/>
          </a:prstGeom>
          <a:solidFill>
            <a:srgbClr val="3D7A25"/>
          </a:solidFill>
          <a:ln w="12700">
            <a:solidFill>
              <a:srgbClr val="3D7A25"/>
            </a:solidFill>
            <a:prstDash val="solid"/>
          </a:ln>
        </p:spPr>
        <p:txBody>
          <a:bodyPr/>
          <a:lstStyle/>
          <a:p>
            <a:endParaRPr lang="en-US">
              <a:latin typeface="Arial Narrow" panose="020B0606020202030204" pitchFamily="34" charset="0"/>
            </a:endParaRPr>
          </a:p>
        </p:txBody>
      </p:sp>
      <p:sp>
        <p:nvSpPr>
          <p:cNvPr id="5" name="Text 4">
            <a:extLst>
              <a:ext uri="{FF2B5EF4-FFF2-40B4-BE49-F238E27FC236}">
                <a16:creationId xmlns:a16="http://schemas.microsoft.com/office/drawing/2014/main" id="{7F7A7377-7847-C0E1-C977-BC64B862D0DD}"/>
              </a:ext>
            </a:extLst>
          </p:cNvPr>
          <p:cNvSpPr/>
          <p:nvPr/>
        </p:nvSpPr>
        <p:spPr>
          <a:xfrm>
            <a:off x="304800" y="1060704"/>
            <a:ext cx="1584960" cy="365760"/>
          </a:xfrm>
          <a:prstGeom prst="rect">
            <a:avLst/>
          </a:prstGeom>
          <a:noFill/>
          <a:ln/>
        </p:spPr>
        <p:txBody>
          <a:bodyPr wrap="square" lIns="0" tIns="0" rIns="0" bIns="0" rtlCol="0" anchor="ctr"/>
          <a:lstStyle/>
          <a:p>
            <a:pPr algn="ctr"/>
            <a:r>
              <a:rPr lang="en-US" b="1" dirty="0">
                <a:solidFill>
                  <a:srgbClr val="FFFFFF"/>
                </a:solidFill>
                <a:latin typeface="Arial Narrow" panose="020B0606020202030204" pitchFamily="34" charset="0"/>
              </a:rPr>
              <a:t>Module</a:t>
            </a:r>
            <a:endParaRPr lang="en-US" dirty="0">
              <a:latin typeface="Arial Narrow" panose="020B0606020202030204" pitchFamily="34" charset="0"/>
            </a:endParaRPr>
          </a:p>
        </p:txBody>
      </p:sp>
      <p:sp>
        <p:nvSpPr>
          <p:cNvPr id="6" name="Shape 5">
            <a:extLst>
              <a:ext uri="{FF2B5EF4-FFF2-40B4-BE49-F238E27FC236}">
                <a16:creationId xmlns:a16="http://schemas.microsoft.com/office/drawing/2014/main" id="{9457B06B-EC04-3B33-13D8-D47DC1DC4A27}"/>
              </a:ext>
            </a:extLst>
          </p:cNvPr>
          <p:cNvSpPr/>
          <p:nvPr/>
        </p:nvSpPr>
        <p:spPr>
          <a:xfrm>
            <a:off x="1950720" y="1060704"/>
            <a:ext cx="2255520" cy="365760"/>
          </a:xfrm>
          <a:prstGeom prst="rect">
            <a:avLst/>
          </a:prstGeom>
          <a:solidFill>
            <a:srgbClr val="3D7A25"/>
          </a:solidFill>
          <a:ln w="12700">
            <a:solidFill>
              <a:srgbClr val="3D7A25"/>
            </a:solidFill>
            <a:prstDash val="solid"/>
          </a:ln>
        </p:spPr>
        <p:txBody>
          <a:bodyPr/>
          <a:lstStyle/>
          <a:p>
            <a:endParaRPr lang="en-US">
              <a:latin typeface="Arial Narrow" panose="020B0606020202030204" pitchFamily="34" charset="0"/>
            </a:endParaRPr>
          </a:p>
        </p:txBody>
      </p:sp>
      <p:sp>
        <p:nvSpPr>
          <p:cNvPr id="7" name="Text 6">
            <a:extLst>
              <a:ext uri="{FF2B5EF4-FFF2-40B4-BE49-F238E27FC236}">
                <a16:creationId xmlns:a16="http://schemas.microsoft.com/office/drawing/2014/main" id="{EE62DB0A-59A6-D2F8-915F-B851E0D09829}"/>
              </a:ext>
            </a:extLst>
          </p:cNvPr>
          <p:cNvSpPr/>
          <p:nvPr/>
        </p:nvSpPr>
        <p:spPr>
          <a:xfrm>
            <a:off x="1950720" y="1060704"/>
            <a:ext cx="2255520" cy="365760"/>
          </a:xfrm>
          <a:prstGeom prst="rect">
            <a:avLst/>
          </a:prstGeom>
          <a:noFill/>
          <a:ln/>
        </p:spPr>
        <p:txBody>
          <a:bodyPr wrap="square" lIns="0" tIns="0" rIns="0" bIns="0" rtlCol="0" anchor="ctr"/>
          <a:lstStyle/>
          <a:p>
            <a:pPr algn="ctr"/>
            <a:r>
              <a:rPr lang="en-US" b="1" dirty="0">
                <a:solidFill>
                  <a:srgbClr val="FFFFFF"/>
                </a:solidFill>
                <a:latin typeface="Arial Narrow" panose="020B0606020202030204" pitchFamily="34" charset="0"/>
              </a:rPr>
              <a:t>Function</a:t>
            </a:r>
            <a:endParaRPr lang="en-US" dirty="0">
              <a:latin typeface="Arial Narrow" panose="020B0606020202030204" pitchFamily="34" charset="0"/>
            </a:endParaRPr>
          </a:p>
        </p:txBody>
      </p:sp>
      <p:sp>
        <p:nvSpPr>
          <p:cNvPr id="8" name="Shape 7">
            <a:extLst>
              <a:ext uri="{FF2B5EF4-FFF2-40B4-BE49-F238E27FC236}">
                <a16:creationId xmlns:a16="http://schemas.microsoft.com/office/drawing/2014/main" id="{35A60FA1-9B86-773F-20B0-75DED92FCF44}"/>
              </a:ext>
            </a:extLst>
          </p:cNvPr>
          <p:cNvSpPr/>
          <p:nvPr/>
        </p:nvSpPr>
        <p:spPr>
          <a:xfrm>
            <a:off x="4267200" y="1060704"/>
            <a:ext cx="7620000" cy="365760"/>
          </a:xfrm>
          <a:prstGeom prst="rect">
            <a:avLst/>
          </a:prstGeom>
          <a:solidFill>
            <a:srgbClr val="3D7A25"/>
          </a:solidFill>
          <a:ln w="12700">
            <a:solidFill>
              <a:srgbClr val="3D7A25"/>
            </a:solidFill>
            <a:prstDash val="solid"/>
          </a:ln>
        </p:spPr>
        <p:txBody>
          <a:bodyPr/>
          <a:lstStyle/>
          <a:p>
            <a:endParaRPr lang="en-US">
              <a:latin typeface="Arial Narrow" panose="020B0606020202030204" pitchFamily="34" charset="0"/>
            </a:endParaRPr>
          </a:p>
        </p:txBody>
      </p:sp>
      <p:sp>
        <p:nvSpPr>
          <p:cNvPr id="9" name="Text 8">
            <a:extLst>
              <a:ext uri="{FF2B5EF4-FFF2-40B4-BE49-F238E27FC236}">
                <a16:creationId xmlns:a16="http://schemas.microsoft.com/office/drawing/2014/main" id="{BCDB628E-A328-FA18-1542-9B43617BCA4F}"/>
              </a:ext>
            </a:extLst>
          </p:cNvPr>
          <p:cNvSpPr/>
          <p:nvPr/>
        </p:nvSpPr>
        <p:spPr>
          <a:xfrm>
            <a:off x="4267200" y="1060704"/>
            <a:ext cx="7620000" cy="365760"/>
          </a:xfrm>
          <a:prstGeom prst="rect">
            <a:avLst/>
          </a:prstGeom>
          <a:noFill/>
          <a:ln/>
        </p:spPr>
        <p:txBody>
          <a:bodyPr wrap="square" lIns="0" tIns="0" rIns="0" bIns="0" rtlCol="0" anchor="ctr"/>
          <a:lstStyle/>
          <a:p>
            <a:pPr algn="ctr"/>
            <a:r>
              <a:rPr lang="en-US" b="1" dirty="0">
                <a:solidFill>
                  <a:srgbClr val="FFFFFF"/>
                </a:solidFill>
                <a:latin typeface="Arial Narrow" panose="020B0606020202030204" pitchFamily="34" charset="0"/>
              </a:rPr>
              <a:t>Result / Kết quả</a:t>
            </a:r>
            <a:endParaRPr lang="en-US" dirty="0">
              <a:latin typeface="Arial Narrow" panose="020B0606020202030204" pitchFamily="34" charset="0"/>
            </a:endParaRPr>
          </a:p>
        </p:txBody>
      </p:sp>
      <p:sp>
        <p:nvSpPr>
          <p:cNvPr id="10" name="Shape 9">
            <a:extLst>
              <a:ext uri="{FF2B5EF4-FFF2-40B4-BE49-F238E27FC236}">
                <a16:creationId xmlns:a16="http://schemas.microsoft.com/office/drawing/2014/main" id="{5ED20DE5-EA43-DBB1-B43C-355006BF15D7}"/>
              </a:ext>
            </a:extLst>
          </p:cNvPr>
          <p:cNvSpPr/>
          <p:nvPr/>
        </p:nvSpPr>
        <p:spPr>
          <a:xfrm>
            <a:off x="304800" y="1487424"/>
            <a:ext cx="1584960" cy="877824"/>
          </a:xfrm>
          <a:prstGeom prst="rect">
            <a:avLst/>
          </a:prstGeom>
          <a:solidFill>
            <a:srgbClr val="EAF5E3"/>
          </a:solidFill>
          <a:ln w="12700">
            <a:solidFill>
              <a:srgbClr val="CCCCCC"/>
            </a:solidFill>
            <a:prstDash val="solid"/>
          </a:ln>
        </p:spPr>
        <p:txBody>
          <a:bodyPr/>
          <a:lstStyle/>
          <a:p>
            <a:endParaRPr lang="en-US">
              <a:latin typeface="Arial Narrow" panose="020B0606020202030204" pitchFamily="34" charset="0"/>
            </a:endParaRPr>
          </a:p>
        </p:txBody>
      </p:sp>
      <p:sp>
        <p:nvSpPr>
          <p:cNvPr id="11" name="Text 10">
            <a:extLst>
              <a:ext uri="{FF2B5EF4-FFF2-40B4-BE49-F238E27FC236}">
                <a16:creationId xmlns:a16="http://schemas.microsoft.com/office/drawing/2014/main" id="{98559645-F109-3289-04F5-C3CF11EE20E5}"/>
              </a:ext>
            </a:extLst>
          </p:cNvPr>
          <p:cNvSpPr/>
          <p:nvPr/>
        </p:nvSpPr>
        <p:spPr>
          <a:xfrm>
            <a:off x="304800" y="1487424"/>
            <a:ext cx="1584960" cy="877824"/>
          </a:xfrm>
          <a:prstGeom prst="rect">
            <a:avLst/>
          </a:prstGeom>
          <a:noFill/>
          <a:ln/>
        </p:spPr>
        <p:txBody>
          <a:bodyPr wrap="square" lIns="33867" tIns="33867" rIns="33867" bIns="33867" rtlCol="0" anchor="ctr"/>
          <a:lstStyle/>
          <a:p>
            <a:pPr algn="ctr"/>
            <a:r>
              <a:rPr lang="en-US" b="1" dirty="0">
                <a:solidFill>
                  <a:srgbClr val="3D7A25"/>
                </a:solidFill>
                <a:latin typeface="Arial Narrow" panose="020B0606020202030204" pitchFamily="34" charset="0"/>
              </a:rPr>
              <a:t>Main()</a:t>
            </a:r>
            <a:endParaRPr lang="en-US" dirty="0">
              <a:latin typeface="Arial Narrow" panose="020B0606020202030204" pitchFamily="34" charset="0"/>
            </a:endParaRPr>
          </a:p>
        </p:txBody>
      </p:sp>
      <p:sp>
        <p:nvSpPr>
          <p:cNvPr id="12" name="Shape 11">
            <a:extLst>
              <a:ext uri="{FF2B5EF4-FFF2-40B4-BE49-F238E27FC236}">
                <a16:creationId xmlns:a16="http://schemas.microsoft.com/office/drawing/2014/main" id="{7512BB00-5AC0-DAA0-F870-4373112FF2DB}"/>
              </a:ext>
            </a:extLst>
          </p:cNvPr>
          <p:cNvSpPr/>
          <p:nvPr/>
        </p:nvSpPr>
        <p:spPr>
          <a:xfrm>
            <a:off x="1950720" y="1487424"/>
            <a:ext cx="2255520" cy="877824"/>
          </a:xfrm>
          <a:prstGeom prst="rect">
            <a:avLst/>
          </a:prstGeom>
          <a:solidFill>
            <a:srgbClr val="EAF5E3"/>
          </a:solidFill>
          <a:ln w="12700">
            <a:solidFill>
              <a:srgbClr val="CCCCCC"/>
            </a:solidFill>
            <a:prstDash val="solid"/>
          </a:ln>
        </p:spPr>
        <p:txBody>
          <a:bodyPr/>
          <a:lstStyle/>
          <a:p>
            <a:endParaRPr lang="en-US">
              <a:latin typeface="Arial Narrow" panose="020B0606020202030204" pitchFamily="34" charset="0"/>
            </a:endParaRPr>
          </a:p>
        </p:txBody>
      </p:sp>
      <p:sp>
        <p:nvSpPr>
          <p:cNvPr id="13" name="Text 12">
            <a:extLst>
              <a:ext uri="{FF2B5EF4-FFF2-40B4-BE49-F238E27FC236}">
                <a16:creationId xmlns:a16="http://schemas.microsoft.com/office/drawing/2014/main" id="{E8D59E67-F0DC-5B77-9081-1070D088EB35}"/>
              </a:ext>
            </a:extLst>
          </p:cNvPr>
          <p:cNvSpPr/>
          <p:nvPr/>
        </p:nvSpPr>
        <p:spPr>
          <a:xfrm>
            <a:off x="1987296" y="1487424"/>
            <a:ext cx="2182368" cy="877824"/>
          </a:xfrm>
          <a:prstGeom prst="rect">
            <a:avLst/>
          </a:prstGeom>
          <a:noFill/>
          <a:ln/>
        </p:spPr>
        <p:txBody>
          <a:bodyPr wrap="square" lIns="67733" tIns="67733" rIns="67733" bIns="67733" rtlCol="0" anchor="ctr"/>
          <a:lstStyle/>
          <a:p>
            <a:r>
              <a:rPr lang="en-US" b="1" dirty="0">
                <a:solidFill>
                  <a:srgbClr val="3D7A25"/>
                </a:solidFill>
                <a:latin typeface="Arial Narrow" panose="020B0606020202030204" pitchFamily="34" charset="0"/>
                <a:ea typeface="Consolas" pitchFamily="34" charset="-122"/>
                <a:cs typeface="Consolas" pitchFamily="34" charset="-120"/>
              </a:rPr>
              <a:t>set_Init()</a:t>
            </a:r>
            <a:endParaRPr lang="en-US" dirty="0">
              <a:latin typeface="Arial Narrow" panose="020B0606020202030204" pitchFamily="34" charset="0"/>
            </a:endParaRPr>
          </a:p>
        </p:txBody>
      </p:sp>
      <p:sp>
        <p:nvSpPr>
          <p:cNvPr id="14" name="Shape 13">
            <a:extLst>
              <a:ext uri="{FF2B5EF4-FFF2-40B4-BE49-F238E27FC236}">
                <a16:creationId xmlns:a16="http://schemas.microsoft.com/office/drawing/2014/main" id="{BA948E9F-144D-D421-F0A5-284967575C1E}"/>
              </a:ext>
            </a:extLst>
          </p:cNvPr>
          <p:cNvSpPr/>
          <p:nvPr/>
        </p:nvSpPr>
        <p:spPr>
          <a:xfrm>
            <a:off x="4267200" y="1487424"/>
            <a:ext cx="7620000" cy="877824"/>
          </a:xfrm>
          <a:prstGeom prst="rect">
            <a:avLst/>
          </a:prstGeom>
          <a:solidFill>
            <a:srgbClr val="EAF5E3"/>
          </a:solidFill>
          <a:ln w="12700">
            <a:solidFill>
              <a:srgbClr val="CCCCCC"/>
            </a:solidFill>
            <a:prstDash val="solid"/>
          </a:ln>
        </p:spPr>
        <p:txBody>
          <a:bodyPr/>
          <a:lstStyle/>
          <a:p>
            <a:endParaRPr lang="en-US">
              <a:latin typeface="Arial Narrow" panose="020B0606020202030204" pitchFamily="34" charset="0"/>
            </a:endParaRPr>
          </a:p>
        </p:txBody>
      </p:sp>
      <p:sp>
        <p:nvSpPr>
          <p:cNvPr id="15" name="Text 14">
            <a:extLst>
              <a:ext uri="{FF2B5EF4-FFF2-40B4-BE49-F238E27FC236}">
                <a16:creationId xmlns:a16="http://schemas.microsoft.com/office/drawing/2014/main" id="{8BA238A9-0DF9-6249-321A-1C805B21A933}"/>
              </a:ext>
            </a:extLst>
          </p:cNvPr>
          <p:cNvSpPr/>
          <p:nvPr/>
        </p:nvSpPr>
        <p:spPr>
          <a:xfrm>
            <a:off x="4364736" y="1511808"/>
            <a:ext cx="7522464" cy="829056"/>
          </a:xfrm>
          <a:prstGeom prst="rect">
            <a:avLst/>
          </a:prstGeom>
          <a:noFill/>
          <a:ln/>
        </p:spPr>
        <p:txBody>
          <a:bodyPr wrap="square" lIns="50800" tIns="50800" rIns="50800" bIns="50800" rtlCol="0" anchor="ctr"/>
          <a:lstStyle/>
          <a:p>
            <a:r>
              <a:rPr lang="en-US" dirty="0">
                <a:latin typeface="Arial Narrow" panose="020B0606020202030204" pitchFamily="34" charset="0"/>
              </a:rPr>
              <a:t>Identified required init functions: Timer0/1/2, PWM (CCP1/CCP2), GPIO (ADCON1=0x0F digital mode)</a:t>
            </a:r>
            <a:r>
              <a:rPr lang="en-US" dirty="0">
                <a:solidFill>
                  <a:srgbClr val="1A1A1A"/>
                </a:solidFill>
                <a:latin typeface="Arial Narrow" panose="020B0606020202030204" pitchFamily="34" charset="0"/>
              </a:rPr>
              <a:t>
</a:t>
            </a:r>
            <a:r>
              <a:rPr lang="en-US" sz="1600" dirty="0">
                <a:solidFill>
                  <a:schemeClr val="accent1"/>
                </a:solidFill>
                <a:latin typeface="Arial Narrow" panose="020B0606020202030204" pitchFamily="34" charset="0"/>
              </a:rPr>
              <a:t>Xác định các hàm khởi tạo: Timer0/1/2, PWM (CCP1/CCP2), GPIO (ADCON1=0x0F chuyển digital)</a:t>
            </a:r>
            <a:endParaRPr lang="en-US" dirty="0">
              <a:solidFill>
                <a:schemeClr val="accent1"/>
              </a:solidFill>
              <a:latin typeface="Arial Narrow" panose="020B0606020202030204" pitchFamily="34" charset="0"/>
            </a:endParaRPr>
          </a:p>
        </p:txBody>
      </p:sp>
      <p:sp>
        <p:nvSpPr>
          <p:cNvPr id="16" name="Shape 15">
            <a:extLst>
              <a:ext uri="{FF2B5EF4-FFF2-40B4-BE49-F238E27FC236}">
                <a16:creationId xmlns:a16="http://schemas.microsoft.com/office/drawing/2014/main" id="{96E79EBB-A980-69BD-8E4F-D7FF2FF03834}"/>
              </a:ext>
            </a:extLst>
          </p:cNvPr>
          <p:cNvSpPr/>
          <p:nvPr/>
        </p:nvSpPr>
        <p:spPr>
          <a:xfrm>
            <a:off x="304800" y="2426208"/>
            <a:ext cx="1584960" cy="877824"/>
          </a:xfrm>
          <a:prstGeom prst="rect">
            <a:avLst/>
          </a:prstGeom>
          <a:solidFill>
            <a:srgbClr val="EAF5E3"/>
          </a:solidFill>
          <a:ln w="12700">
            <a:solidFill>
              <a:srgbClr val="CCCCCC"/>
            </a:solidFill>
            <a:prstDash val="solid"/>
          </a:ln>
        </p:spPr>
        <p:txBody>
          <a:bodyPr/>
          <a:lstStyle/>
          <a:p>
            <a:endParaRPr lang="en-US">
              <a:latin typeface="Arial Narrow" panose="020B0606020202030204" pitchFamily="34" charset="0"/>
            </a:endParaRPr>
          </a:p>
        </p:txBody>
      </p:sp>
      <p:sp>
        <p:nvSpPr>
          <p:cNvPr id="17" name="Text 16">
            <a:extLst>
              <a:ext uri="{FF2B5EF4-FFF2-40B4-BE49-F238E27FC236}">
                <a16:creationId xmlns:a16="http://schemas.microsoft.com/office/drawing/2014/main" id="{81287F1C-6864-9638-8596-F46FFEF72460}"/>
              </a:ext>
            </a:extLst>
          </p:cNvPr>
          <p:cNvSpPr/>
          <p:nvPr/>
        </p:nvSpPr>
        <p:spPr>
          <a:xfrm>
            <a:off x="304800" y="2426208"/>
            <a:ext cx="1584960" cy="877824"/>
          </a:xfrm>
          <a:prstGeom prst="rect">
            <a:avLst/>
          </a:prstGeom>
          <a:noFill/>
          <a:ln/>
        </p:spPr>
        <p:txBody>
          <a:bodyPr wrap="square" lIns="33867" tIns="33867" rIns="33867" bIns="33867" rtlCol="0" anchor="ctr"/>
          <a:lstStyle/>
          <a:p>
            <a:pPr algn="ctr"/>
            <a:endParaRPr lang="en-US" dirty="0">
              <a:latin typeface="Arial Narrow" panose="020B0606020202030204" pitchFamily="34" charset="0"/>
            </a:endParaRPr>
          </a:p>
        </p:txBody>
      </p:sp>
      <p:sp>
        <p:nvSpPr>
          <p:cNvPr id="18" name="Shape 17">
            <a:extLst>
              <a:ext uri="{FF2B5EF4-FFF2-40B4-BE49-F238E27FC236}">
                <a16:creationId xmlns:a16="http://schemas.microsoft.com/office/drawing/2014/main" id="{9A0A061D-8641-F34C-A8C0-1C9FBCB10EDA}"/>
              </a:ext>
            </a:extLst>
          </p:cNvPr>
          <p:cNvSpPr/>
          <p:nvPr/>
        </p:nvSpPr>
        <p:spPr>
          <a:xfrm>
            <a:off x="1950720" y="2426208"/>
            <a:ext cx="2255520" cy="877824"/>
          </a:xfrm>
          <a:prstGeom prst="rect">
            <a:avLst/>
          </a:prstGeom>
          <a:solidFill>
            <a:srgbClr val="F2FAF0"/>
          </a:solidFill>
          <a:ln w="12700">
            <a:solidFill>
              <a:srgbClr val="CCCCCC"/>
            </a:solidFill>
            <a:prstDash val="solid"/>
          </a:ln>
        </p:spPr>
        <p:txBody>
          <a:bodyPr/>
          <a:lstStyle/>
          <a:p>
            <a:endParaRPr lang="en-US">
              <a:latin typeface="Arial Narrow" panose="020B0606020202030204" pitchFamily="34" charset="0"/>
            </a:endParaRPr>
          </a:p>
        </p:txBody>
      </p:sp>
      <p:sp>
        <p:nvSpPr>
          <p:cNvPr id="19" name="Text 18">
            <a:extLst>
              <a:ext uri="{FF2B5EF4-FFF2-40B4-BE49-F238E27FC236}">
                <a16:creationId xmlns:a16="http://schemas.microsoft.com/office/drawing/2014/main" id="{12FC0F4A-D49A-D7AA-A661-23C8DE90BA9A}"/>
              </a:ext>
            </a:extLst>
          </p:cNvPr>
          <p:cNvSpPr/>
          <p:nvPr/>
        </p:nvSpPr>
        <p:spPr>
          <a:xfrm>
            <a:off x="1987296" y="2426208"/>
            <a:ext cx="2182368" cy="877824"/>
          </a:xfrm>
          <a:prstGeom prst="rect">
            <a:avLst/>
          </a:prstGeom>
          <a:noFill/>
          <a:ln/>
        </p:spPr>
        <p:txBody>
          <a:bodyPr wrap="square" lIns="67733" tIns="67733" rIns="67733" bIns="67733" rtlCol="0" anchor="ctr"/>
          <a:lstStyle/>
          <a:p>
            <a:r>
              <a:rPr lang="en-US" b="1" dirty="0">
                <a:solidFill>
                  <a:srgbClr val="3D7A25"/>
                </a:solidFill>
                <a:latin typeface="Arial Narrow" panose="020B0606020202030204" pitchFamily="34" charset="0"/>
                <a:ea typeface="Consolas" pitchFamily="34" charset="-122"/>
                <a:cs typeface="Consolas" pitchFamily="34" charset="-120"/>
              </a:rPr>
              <a:t>while(true)</a:t>
            </a:r>
            <a:endParaRPr lang="en-US" dirty="0">
              <a:latin typeface="Arial Narrow" panose="020B0606020202030204" pitchFamily="34" charset="0"/>
            </a:endParaRPr>
          </a:p>
        </p:txBody>
      </p:sp>
      <p:sp>
        <p:nvSpPr>
          <p:cNvPr id="20" name="Shape 19">
            <a:extLst>
              <a:ext uri="{FF2B5EF4-FFF2-40B4-BE49-F238E27FC236}">
                <a16:creationId xmlns:a16="http://schemas.microsoft.com/office/drawing/2014/main" id="{F1C47EAE-9292-3D92-31E3-589AA461978C}"/>
              </a:ext>
            </a:extLst>
          </p:cNvPr>
          <p:cNvSpPr/>
          <p:nvPr/>
        </p:nvSpPr>
        <p:spPr>
          <a:xfrm>
            <a:off x="4267200" y="2426208"/>
            <a:ext cx="7620000" cy="877824"/>
          </a:xfrm>
          <a:prstGeom prst="rect">
            <a:avLst/>
          </a:prstGeom>
          <a:solidFill>
            <a:srgbClr val="F2FAF0"/>
          </a:solidFill>
          <a:ln w="12700">
            <a:solidFill>
              <a:srgbClr val="CCCCCC"/>
            </a:solidFill>
            <a:prstDash val="solid"/>
          </a:ln>
        </p:spPr>
        <p:txBody>
          <a:bodyPr/>
          <a:lstStyle/>
          <a:p>
            <a:endParaRPr lang="en-US">
              <a:latin typeface="Arial Narrow" panose="020B0606020202030204" pitchFamily="34" charset="0"/>
            </a:endParaRPr>
          </a:p>
        </p:txBody>
      </p:sp>
      <p:sp>
        <p:nvSpPr>
          <p:cNvPr id="21" name="Text 20">
            <a:extLst>
              <a:ext uri="{FF2B5EF4-FFF2-40B4-BE49-F238E27FC236}">
                <a16:creationId xmlns:a16="http://schemas.microsoft.com/office/drawing/2014/main" id="{65F9D8DB-DC87-0523-5E51-7AFE06B71F64}"/>
              </a:ext>
            </a:extLst>
          </p:cNvPr>
          <p:cNvSpPr/>
          <p:nvPr/>
        </p:nvSpPr>
        <p:spPr>
          <a:xfrm>
            <a:off x="4364736" y="2450592"/>
            <a:ext cx="7437120" cy="829056"/>
          </a:xfrm>
          <a:prstGeom prst="rect">
            <a:avLst/>
          </a:prstGeom>
          <a:noFill/>
          <a:ln/>
        </p:spPr>
        <p:txBody>
          <a:bodyPr wrap="square" lIns="50800" tIns="50800" rIns="50800" bIns="50800" rtlCol="0" anchor="ctr"/>
          <a:lstStyle/>
          <a:p>
            <a:r>
              <a:rPr lang="en-US" dirty="0">
                <a:latin typeface="Arial Narrow" panose="020B0606020202030204" pitchFamily="34" charset="0"/>
              </a:rPr>
              <a:t>Set HC-SR04 sensor enable. Run 9-state FSM main loop (switch on current_state).</a:t>
            </a:r>
            <a:r>
              <a:rPr lang="en-US" dirty="0">
                <a:solidFill>
                  <a:srgbClr val="1A1A1A"/>
                </a:solidFill>
                <a:latin typeface="Arial Narrow" panose="020B0606020202030204" pitchFamily="34" charset="0"/>
              </a:rPr>
              <a:t>
</a:t>
            </a:r>
            <a:r>
              <a:rPr lang="en-US" sz="1600" dirty="0">
                <a:solidFill>
                  <a:schemeClr val="accent1"/>
                </a:solidFill>
                <a:latin typeface="Arial Narrow" panose="020B0606020202030204" pitchFamily="34" charset="0"/>
              </a:rPr>
              <a:t>Bật HC-SR04. Chạy vòng lặp chính máy trạng </a:t>
            </a:r>
            <a:r>
              <a:rPr lang="en-US" sz="1600" dirty="0" err="1">
                <a:solidFill>
                  <a:schemeClr val="accent1"/>
                </a:solidFill>
                <a:latin typeface="Arial Narrow" panose="020B0606020202030204" pitchFamily="34" charset="0"/>
              </a:rPr>
              <a:t>thái</a:t>
            </a:r>
            <a:r>
              <a:rPr lang="en-US" sz="1600" dirty="0">
                <a:solidFill>
                  <a:schemeClr val="accent1"/>
                </a:solidFill>
                <a:latin typeface="Arial Narrow" panose="020B0606020202030204" pitchFamily="34" charset="0"/>
              </a:rPr>
              <a:t> 9 state (switch current_state).</a:t>
            </a:r>
            <a:endParaRPr lang="en-US" dirty="0">
              <a:solidFill>
                <a:schemeClr val="accent1"/>
              </a:solidFill>
              <a:latin typeface="Arial Narrow" panose="020B0606020202030204" pitchFamily="34" charset="0"/>
            </a:endParaRPr>
          </a:p>
        </p:txBody>
      </p:sp>
      <p:sp>
        <p:nvSpPr>
          <p:cNvPr id="22" name="Shape 21">
            <a:extLst>
              <a:ext uri="{FF2B5EF4-FFF2-40B4-BE49-F238E27FC236}">
                <a16:creationId xmlns:a16="http://schemas.microsoft.com/office/drawing/2014/main" id="{CBAAB783-DF3A-0A6A-E591-C0E175B8ADC6}"/>
              </a:ext>
            </a:extLst>
          </p:cNvPr>
          <p:cNvSpPr/>
          <p:nvPr/>
        </p:nvSpPr>
        <p:spPr>
          <a:xfrm>
            <a:off x="304800" y="3364992"/>
            <a:ext cx="1584960" cy="877824"/>
          </a:xfrm>
          <a:prstGeom prst="rect">
            <a:avLst/>
          </a:prstGeom>
          <a:solidFill>
            <a:srgbClr val="E8F4FF"/>
          </a:solidFill>
          <a:ln w="12700">
            <a:solidFill>
              <a:srgbClr val="CCCCCC"/>
            </a:solidFill>
            <a:prstDash val="solid"/>
          </a:ln>
        </p:spPr>
        <p:txBody>
          <a:bodyPr/>
          <a:lstStyle/>
          <a:p>
            <a:endParaRPr lang="en-US">
              <a:latin typeface="Arial Narrow" panose="020B0606020202030204" pitchFamily="34" charset="0"/>
            </a:endParaRPr>
          </a:p>
        </p:txBody>
      </p:sp>
      <p:sp>
        <p:nvSpPr>
          <p:cNvPr id="23" name="Text 22">
            <a:extLst>
              <a:ext uri="{FF2B5EF4-FFF2-40B4-BE49-F238E27FC236}">
                <a16:creationId xmlns:a16="http://schemas.microsoft.com/office/drawing/2014/main" id="{FD110153-6BC0-46B6-5B80-354F8A2964E7}"/>
              </a:ext>
            </a:extLst>
          </p:cNvPr>
          <p:cNvSpPr/>
          <p:nvPr/>
        </p:nvSpPr>
        <p:spPr>
          <a:xfrm>
            <a:off x="304800" y="3364992"/>
            <a:ext cx="1584960" cy="877824"/>
          </a:xfrm>
          <a:prstGeom prst="rect">
            <a:avLst/>
          </a:prstGeom>
          <a:noFill/>
          <a:ln/>
        </p:spPr>
        <p:txBody>
          <a:bodyPr wrap="square" lIns="33867" tIns="33867" rIns="33867" bIns="33867" rtlCol="0" anchor="ctr"/>
          <a:lstStyle/>
          <a:p>
            <a:pPr algn="ctr"/>
            <a:r>
              <a:rPr lang="en-US" b="1" dirty="0">
                <a:solidFill>
                  <a:srgbClr val="1E5FA8"/>
                </a:solidFill>
                <a:latin typeface="Arial Narrow" panose="020B0606020202030204" pitchFamily="34" charset="0"/>
              </a:rPr>
              <a:t>Timer 0</a:t>
            </a:r>
            <a:endParaRPr lang="en-US" dirty="0">
              <a:latin typeface="Arial Narrow" panose="020B0606020202030204" pitchFamily="34" charset="0"/>
            </a:endParaRPr>
          </a:p>
        </p:txBody>
      </p:sp>
      <p:sp>
        <p:nvSpPr>
          <p:cNvPr id="24" name="Shape 23">
            <a:extLst>
              <a:ext uri="{FF2B5EF4-FFF2-40B4-BE49-F238E27FC236}">
                <a16:creationId xmlns:a16="http://schemas.microsoft.com/office/drawing/2014/main" id="{0B3D0550-B13C-564B-A323-77C274B3AA1E}"/>
              </a:ext>
            </a:extLst>
          </p:cNvPr>
          <p:cNvSpPr/>
          <p:nvPr/>
        </p:nvSpPr>
        <p:spPr>
          <a:xfrm>
            <a:off x="1950720" y="3364992"/>
            <a:ext cx="2255520" cy="877824"/>
          </a:xfrm>
          <a:prstGeom prst="rect">
            <a:avLst/>
          </a:prstGeom>
          <a:solidFill>
            <a:srgbClr val="E8F4FF"/>
          </a:solidFill>
          <a:ln w="12700">
            <a:solidFill>
              <a:srgbClr val="CCCCCC"/>
            </a:solidFill>
            <a:prstDash val="solid"/>
          </a:ln>
        </p:spPr>
        <p:txBody>
          <a:bodyPr/>
          <a:lstStyle/>
          <a:p>
            <a:endParaRPr lang="en-US">
              <a:latin typeface="Arial Narrow" panose="020B0606020202030204" pitchFamily="34" charset="0"/>
            </a:endParaRPr>
          </a:p>
        </p:txBody>
      </p:sp>
      <p:sp>
        <p:nvSpPr>
          <p:cNvPr id="25" name="Text 24">
            <a:extLst>
              <a:ext uri="{FF2B5EF4-FFF2-40B4-BE49-F238E27FC236}">
                <a16:creationId xmlns:a16="http://schemas.microsoft.com/office/drawing/2014/main" id="{CBD6EE68-188E-A379-3E1C-51F1CE0CDFCA}"/>
              </a:ext>
            </a:extLst>
          </p:cNvPr>
          <p:cNvSpPr/>
          <p:nvPr/>
        </p:nvSpPr>
        <p:spPr>
          <a:xfrm>
            <a:off x="1987296" y="3364992"/>
            <a:ext cx="2182368" cy="877824"/>
          </a:xfrm>
          <a:prstGeom prst="rect">
            <a:avLst/>
          </a:prstGeom>
          <a:noFill/>
          <a:ln/>
        </p:spPr>
        <p:txBody>
          <a:bodyPr wrap="square" lIns="67733" tIns="67733" rIns="67733" bIns="67733" rtlCol="0" anchor="ctr"/>
          <a:lstStyle/>
          <a:p>
            <a:r>
              <a:rPr lang="en-US" b="1" dirty="0">
                <a:solidFill>
                  <a:srgbClr val="1E5FA8"/>
                </a:solidFill>
                <a:latin typeface="Arial Narrow" panose="020B0606020202030204" pitchFamily="34" charset="0"/>
                <a:ea typeface="Consolas" pitchFamily="34" charset="-122"/>
                <a:cs typeface="Consolas" pitchFamily="34" charset="-120"/>
              </a:rPr>
              <a:t>chartering()</a:t>
            </a:r>
            <a:endParaRPr lang="en-US" dirty="0">
              <a:latin typeface="Arial Narrow" panose="020B0606020202030204" pitchFamily="34" charset="0"/>
            </a:endParaRPr>
          </a:p>
        </p:txBody>
      </p:sp>
      <p:sp>
        <p:nvSpPr>
          <p:cNvPr id="26" name="Shape 25">
            <a:extLst>
              <a:ext uri="{FF2B5EF4-FFF2-40B4-BE49-F238E27FC236}">
                <a16:creationId xmlns:a16="http://schemas.microsoft.com/office/drawing/2014/main" id="{11C731B8-A7DA-C82F-97F5-E5F3ABCE5B70}"/>
              </a:ext>
            </a:extLst>
          </p:cNvPr>
          <p:cNvSpPr/>
          <p:nvPr/>
        </p:nvSpPr>
        <p:spPr>
          <a:xfrm>
            <a:off x="4267200" y="3364992"/>
            <a:ext cx="7620000" cy="877824"/>
          </a:xfrm>
          <a:prstGeom prst="rect">
            <a:avLst/>
          </a:prstGeom>
          <a:solidFill>
            <a:srgbClr val="E8F4FF"/>
          </a:solidFill>
          <a:ln w="12700">
            <a:solidFill>
              <a:srgbClr val="CCCCCC"/>
            </a:solidFill>
            <a:prstDash val="solid"/>
          </a:ln>
        </p:spPr>
        <p:txBody>
          <a:bodyPr/>
          <a:lstStyle/>
          <a:p>
            <a:endParaRPr lang="en-US">
              <a:latin typeface="Arial Narrow" panose="020B0606020202030204" pitchFamily="34" charset="0"/>
            </a:endParaRPr>
          </a:p>
        </p:txBody>
      </p:sp>
      <p:sp>
        <p:nvSpPr>
          <p:cNvPr id="27" name="Text 26">
            <a:extLst>
              <a:ext uri="{FF2B5EF4-FFF2-40B4-BE49-F238E27FC236}">
                <a16:creationId xmlns:a16="http://schemas.microsoft.com/office/drawing/2014/main" id="{06A7F526-F3B3-9026-7635-2F67C12DB2D9}"/>
              </a:ext>
            </a:extLst>
          </p:cNvPr>
          <p:cNvSpPr/>
          <p:nvPr/>
        </p:nvSpPr>
        <p:spPr>
          <a:xfrm>
            <a:off x="4364736" y="3389376"/>
            <a:ext cx="7522464" cy="829056"/>
          </a:xfrm>
          <a:prstGeom prst="rect">
            <a:avLst/>
          </a:prstGeom>
          <a:noFill/>
          <a:ln/>
        </p:spPr>
        <p:txBody>
          <a:bodyPr wrap="square" lIns="50800" tIns="50800" rIns="50800" bIns="50800" rtlCol="0" anchor="ctr"/>
          <a:lstStyle/>
          <a:p>
            <a:r>
              <a:rPr lang="en-US" dirty="0">
                <a:latin typeface="Arial Narrow" panose="020B0606020202030204" pitchFamily="34" charset="0"/>
              </a:rPr>
              <a:t>Read 3 IR sensors every 2ms. Apply chatter filter N=3. Build 3-bit pattern → lookup table → robot state.</a:t>
            </a:r>
            <a:r>
              <a:rPr lang="en-US" dirty="0">
                <a:solidFill>
                  <a:srgbClr val="1A1A1A"/>
                </a:solidFill>
                <a:latin typeface="Arial Narrow" panose="020B0606020202030204" pitchFamily="34" charset="0"/>
              </a:rPr>
              <a:t>
</a:t>
            </a:r>
            <a:r>
              <a:rPr lang="en-US" sz="1600" dirty="0">
                <a:solidFill>
                  <a:schemeClr val="accent1"/>
                </a:solidFill>
                <a:latin typeface="Arial Narrow" panose="020B0606020202030204" pitchFamily="34" charset="0"/>
              </a:rPr>
              <a:t>Đọc 3 cảm biến IR mỗi 2ms. Lọc nhiễu N=3 mẫu. Pattern 3-bit → bảng tra → thiết lập state robot.</a:t>
            </a:r>
            <a:endParaRPr lang="en-US" dirty="0">
              <a:solidFill>
                <a:schemeClr val="accent1"/>
              </a:solidFill>
              <a:latin typeface="Arial Narrow" panose="020B0606020202030204" pitchFamily="34" charset="0"/>
            </a:endParaRPr>
          </a:p>
        </p:txBody>
      </p:sp>
      <p:sp>
        <p:nvSpPr>
          <p:cNvPr id="2" name="Shape 21">
            <a:extLst>
              <a:ext uri="{FF2B5EF4-FFF2-40B4-BE49-F238E27FC236}">
                <a16:creationId xmlns:a16="http://schemas.microsoft.com/office/drawing/2014/main" id="{758BA2A0-E9E5-BF0A-1947-CAC55C1AB689}"/>
              </a:ext>
            </a:extLst>
          </p:cNvPr>
          <p:cNvSpPr/>
          <p:nvPr/>
        </p:nvSpPr>
        <p:spPr>
          <a:xfrm>
            <a:off x="304800" y="4317893"/>
            <a:ext cx="1584960" cy="877824"/>
          </a:xfrm>
          <a:prstGeom prst="rect">
            <a:avLst/>
          </a:prstGeom>
          <a:solidFill>
            <a:srgbClr val="E8F4FF"/>
          </a:solidFill>
          <a:ln w="12700">
            <a:solidFill>
              <a:srgbClr val="CCCCCC"/>
            </a:solidFill>
            <a:prstDash val="solid"/>
          </a:ln>
        </p:spPr>
        <p:txBody>
          <a:bodyPr/>
          <a:lstStyle/>
          <a:p>
            <a:endParaRPr lang="en-US">
              <a:latin typeface="Arial Narrow" panose="020B0606020202030204" pitchFamily="34" charset="0"/>
            </a:endParaRPr>
          </a:p>
        </p:txBody>
      </p:sp>
      <p:sp>
        <p:nvSpPr>
          <p:cNvPr id="40" name="Text 22">
            <a:extLst>
              <a:ext uri="{FF2B5EF4-FFF2-40B4-BE49-F238E27FC236}">
                <a16:creationId xmlns:a16="http://schemas.microsoft.com/office/drawing/2014/main" id="{EA898181-5A9F-E1EC-26EE-B7A47406A679}"/>
              </a:ext>
            </a:extLst>
          </p:cNvPr>
          <p:cNvSpPr/>
          <p:nvPr/>
        </p:nvSpPr>
        <p:spPr>
          <a:xfrm>
            <a:off x="304800" y="4317893"/>
            <a:ext cx="1584960" cy="877824"/>
          </a:xfrm>
          <a:prstGeom prst="rect">
            <a:avLst/>
          </a:prstGeom>
          <a:noFill/>
          <a:ln/>
        </p:spPr>
        <p:txBody>
          <a:bodyPr wrap="square" lIns="33867" tIns="33867" rIns="33867" bIns="33867" rtlCol="0" anchor="ctr"/>
          <a:lstStyle/>
          <a:p>
            <a:pPr algn="ctr"/>
            <a:endParaRPr lang="en-US" dirty="0">
              <a:latin typeface="Arial Narrow" panose="020B0606020202030204" pitchFamily="34" charset="0"/>
            </a:endParaRPr>
          </a:p>
        </p:txBody>
      </p:sp>
      <p:sp>
        <p:nvSpPr>
          <p:cNvPr id="41" name="Shape 23">
            <a:extLst>
              <a:ext uri="{FF2B5EF4-FFF2-40B4-BE49-F238E27FC236}">
                <a16:creationId xmlns:a16="http://schemas.microsoft.com/office/drawing/2014/main" id="{28DF18B7-6310-947E-2FC0-EAA459417305}"/>
              </a:ext>
            </a:extLst>
          </p:cNvPr>
          <p:cNvSpPr/>
          <p:nvPr/>
        </p:nvSpPr>
        <p:spPr>
          <a:xfrm>
            <a:off x="1950720" y="4317893"/>
            <a:ext cx="2255520" cy="877824"/>
          </a:xfrm>
          <a:prstGeom prst="rect">
            <a:avLst/>
          </a:prstGeom>
          <a:solidFill>
            <a:srgbClr val="E8F4FF"/>
          </a:solidFill>
          <a:ln w="12700">
            <a:solidFill>
              <a:srgbClr val="CCCCCC"/>
            </a:solidFill>
            <a:prstDash val="solid"/>
          </a:ln>
        </p:spPr>
        <p:txBody>
          <a:bodyPr/>
          <a:lstStyle/>
          <a:p>
            <a:endParaRPr lang="en-US">
              <a:latin typeface="Arial Narrow" panose="020B0606020202030204" pitchFamily="34" charset="0"/>
            </a:endParaRPr>
          </a:p>
        </p:txBody>
      </p:sp>
      <p:sp>
        <p:nvSpPr>
          <p:cNvPr id="42" name="Text 24">
            <a:extLst>
              <a:ext uri="{FF2B5EF4-FFF2-40B4-BE49-F238E27FC236}">
                <a16:creationId xmlns:a16="http://schemas.microsoft.com/office/drawing/2014/main" id="{83806874-7045-2BEC-88B4-753BBB201407}"/>
              </a:ext>
            </a:extLst>
          </p:cNvPr>
          <p:cNvSpPr/>
          <p:nvPr/>
        </p:nvSpPr>
        <p:spPr>
          <a:xfrm>
            <a:off x="1987296" y="4317893"/>
            <a:ext cx="2182368" cy="877824"/>
          </a:xfrm>
          <a:prstGeom prst="rect">
            <a:avLst/>
          </a:prstGeom>
          <a:noFill/>
          <a:ln/>
        </p:spPr>
        <p:txBody>
          <a:bodyPr wrap="square" lIns="67733" tIns="67733" rIns="67733" bIns="67733" rtlCol="0" anchor="ctr"/>
          <a:lstStyle/>
          <a:p>
            <a:r>
              <a:rPr lang="en-US" b="1" dirty="0">
                <a:solidFill>
                  <a:srgbClr val="1E5FA8"/>
                </a:solidFill>
                <a:latin typeface="Arial Narrow" panose="020B0606020202030204" pitchFamily="34" charset="0"/>
                <a:ea typeface="Consolas" pitchFamily="34" charset="-122"/>
                <a:cs typeface="Consolas" pitchFamily="34" charset="-120"/>
              </a:rPr>
              <a:t>led()</a:t>
            </a:r>
            <a:endParaRPr lang="en-US" dirty="0">
              <a:latin typeface="Arial Narrow" panose="020B0606020202030204" pitchFamily="34" charset="0"/>
            </a:endParaRPr>
          </a:p>
        </p:txBody>
      </p:sp>
      <p:sp>
        <p:nvSpPr>
          <p:cNvPr id="43" name="Shape 25">
            <a:extLst>
              <a:ext uri="{FF2B5EF4-FFF2-40B4-BE49-F238E27FC236}">
                <a16:creationId xmlns:a16="http://schemas.microsoft.com/office/drawing/2014/main" id="{AC402501-55FC-9131-BF1E-33195BAF4648}"/>
              </a:ext>
            </a:extLst>
          </p:cNvPr>
          <p:cNvSpPr/>
          <p:nvPr/>
        </p:nvSpPr>
        <p:spPr>
          <a:xfrm>
            <a:off x="4267200" y="4317893"/>
            <a:ext cx="7619999" cy="877824"/>
          </a:xfrm>
          <a:prstGeom prst="rect">
            <a:avLst/>
          </a:prstGeom>
          <a:solidFill>
            <a:srgbClr val="E8F4FF"/>
          </a:solidFill>
          <a:ln w="12700">
            <a:solidFill>
              <a:srgbClr val="CCCCCC"/>
            </a:solidFill>
            <a:prstDash val="solid"/>
          </a:ln>
        </p:spPr>
        <p:txBody>
          <a:bodyPr/>
          <a:lstStyle/>
          <a:p>
            <a:r>
              <a:rPr lang="en-US" dirty="0">
                <a:latin typeface="Arial Narrow" panose="020B0606020202030204" pitchFamily="34" charset="0"/>
              </a:rPr>
              <a:t>Turn on LED1 at Start, turn it off at END, blink LED2 at the Station when completing the ball retrieval</a:t>
            </a:r>
            <a:r>
              <a:rPr lang="en-US" dirty="0">
                <a:solidFill>
                  <a:schemeClr val="accent1"/>
                </a:solidFill>
                <a:latin typeface="Arial Narrow" panose="020B0606020202030204" pitchFamily="34" charset="0"/>
              </a:rPr>
              <a:t>. </a:t>
            </a:r>
          </a:p>
          <a:p>
            <a:r>
              <a:rPr lang="en-US" sz="1600" dirty="0" err="1">
                <a:solidFill>
                  <a:schemeClr val="accent1"/>
                </a:solidFill>
                <a:latin typeface="Arial Narrow" panose="020B0606020202030204" pitchFamily="34" charset="0"/>
              </a:rPr>
              <a:t>Bật</a:t>
            </a:r>
            <a:r>
              <a:rPr lang="en-US" sz="1600" dirty="0">
                <a:solidFill>
                  <a:schemeClr val="accent1"/>
                </a:solidFill>
                <a:latin typeface="Arial Narrow" panose="020B0606020202030204" pitchFamily="34" charset="0"/>
              </a:rPr>
              <a:t> LED1 </a:t>
            </a:r>
            <a:r>
              <a:rPr lang="en-US" sz="1600" dirty="0" err="1">
                <a:solidFill>
                  <a:schemeClr val="accent1"/>
                </a:solidFill>
                <a:latin typeface="Arial Narrow" panose="020B0606020202030204" pitchFamily="34" charset="0"/>
              </a:rPr>
              <a:t>khi</a:t>
            </a:r>
            <a:r>
              <a:rPr lang="en-US" sz="1600" dirty="0">
                <a:solidFill>
                  <a:schemeClr val="accent1"/>
                </a:solidFill>
                <a:latin typeface="Arial Narrow" panose="020B0606020202030204" pitchFamily="34" charset="0"/>
              </a:rPr>
              <a:t> Start, </a:t>
            </a:r>
            <a:r>
              <a:rPr lang="en-US" sz="1600" dirty="0" err="1">
                <a:solidFill>
                  <a:schemeClr val="accent1"/>
                </a:solidFill>
                <a:latin typeface="Arial Narrow" panose="020B0606020202030204" pitchFamily="34" charset="0"/>
              </a:rPr>
              <a:t>tắt</a:t>
            </a:r>
            <a:r>
              <a:rPr lang="en-US" sz="1600" dirty="0">
                <a:solidFill>
                  <a:schemeClr val="accent1"/>
                </a:solidFill>
                <a:latin typeface="Arial Narrow" panose="020B0606020202030204" pitchFamily="34" charset="0"/>
              </a:rPr>
              <a:t> </a:t>
            </a:r>
            <a:r>
              <a:rPr lang="en-US" sz="1600" dirty="0" err="1">
                <a:solidFill>
                  <a:schemeClr val="accent1"/>
                </a:solidFill>
                <a:latin typeface="Arial Narrow" panose="020B0606020202030204" pitchFamily="34" charset="0"/>
              </a:rPr>
              <a:t>khi</a:t>
            </a:r>
            <a:r>
              <a:rPr lang="en-US" sz="1600" dirty="0">
                <a:solidFill>
                  <a:schemeClr val="accent1"/>
                </a:solidFill>
                <a:latin typeface="Arial Narrow" panose="020B0606020202030204" pitchFamily="34" charset="0"/>
              </a:rPr>
              <a:t> END, </a:t>
            </a:r>
            <a:r>
              <a:rPr lang="en-US" sz="1600" dirty="0" err="1">
                <a:solidFill>
                  <a:schemeClr val="accent1"/>
                </a:solidFill>
                <a:latin typeface="Arial Narrow" panose="020B0606020202030204" pitchFamily="34" charset="0"/>
              </a:rPr>
              <a:t>nháy</a:t>
            </a:r>
            <a:r>
              <a:rPr lang="en-US" sz="1600" dirty="0">
                <a:solidFill>
                  <a:schemeClr val="accent1"/>
                </a:solidFill>
                <a:latin typeface="Arial Narrow" panose="020B0606020202030204" pitchFamily="34" charset="0"/>
              </a:rPr>
              <a:t> LED2 </a:t>
            </a:r>
            <a:r>
              <a:rPr lang="en-US" sz="1600" dirty="0" err="1">
                <a:solidFill>
                  <a:schemeClr val="accent1"/>
                </a:solidFill>
                <a:latin typeface="Arial Narrow" panose="020B0606020202030204" pitchFamily="34" charset="0"/>
              </a:rPr>
              <a:t>tại</a:t>
            </a:r>
            <a:r>
              <a:rPr lang="en-US" sz="1600" dirty="0">
                <a:solidFill>
                  <a:schemeClr val="accent1"/>
                </a:solidFill>
                <a:latin typeface="Arial Narrow" panose="020B0606020202030204" pitchFamily="34" charset="0"/>
              </a:rPr>
              <a:t> Station </a:t>
            </a:r>
            <a:r>
              <a:rPr lang="en-US" sz="1600" dirty="0" err="1">
                <a:solidFill>
                  <a:schemeClr val="accent1"/>
                </a:solidFill>
                <a:latin typeface="Arial Narrow" panose="020B0606020202030204" pitchFamily="34" charset="0"/>
              </a:rPr>
              <a:t>khi</a:t>
            </a:r>
            <a:r>
              <a:rPr lang="en-US" sz="1600" dirty="0">
                <a:solidFill>
                  <a:schemeClr val="accent1"/>
                </a:solidFill>
                <a:latin typeface="Arial Narrow" panose="020B0606020202030204" pitchFamily="34" charset="0"/>
              </a:rPr>
              <a:t> </a:t>
            </a:r>
            <a:r>
              <a:rPr lang="en-US" sz="1600" dirty="0" err="1">
                <a:solidFill>
                  <a:schemeClr val="accent1"/>
                </a:solidFill>
                <a:latin typeface="Arial Narrow" panose="020B0606020202030204" pitchFamily="34" charset="0"/>
              </a:rPr>
              <a:t>hoàn</a:t>
            </a:r>
            <a:r>
              <a:rPr lang="en-US" sz="1600" dirty="0">
                <a:solidFill>
                  <a:schemeClr val="accent1"/>
                </a:solidFill>
                <a:latin typeface="Arial Narrow" panose="020B0606020202030204" pitchFamily="34" charset="0"/>
              </a:rPr>
              <a:t> </a:t>
            </a:r>
            <a:r>
              <a:rPr lang="en-US" sz="1600" dirty="0" err="1">
                <a:solidFill>
                  <a:schemeClr val="accent1"/>
                </a:solidFill>
                <a:latin typeface="Arial Narrow" panose="020B0606020202030204" pitchFamily="34" charset="0"/>
              </a:rPr>
              <a:t>thành</a:t>
            </a:r>
            <a:r>
              <a:rPr lang="en-US" sz="1600" dirty="0">
                <a:solidFill>
                  <a:schemeClr val="accent1"/>
                </a:solidFill>
                <a:latin typeface="Arial Narrow" panose="020B0606020202030204" pitchFamily="34" charset="0"/>
              </a:rPr>
              <a:t> </a:t>
            </a:r>
            <a:r>
              <a:rPr lang="en-US" sz="1600" dirty="0" err="1">
                <a:solidFill>
                  <a:schemeClr val="accent1"/>
                </a:solidFill>
                <a:latin typeface="Arial Narrow" panose="020B0606020202030204" pitchFamily="34" charset="0"/>
              </a:rPr>
              <a:t>lấy</a:t>
            </a:r>
            <a:r>
              <a:rPr lang="en-US" sz="1600" dirty="0">
                <a:solidFill>
                  <a:schemeClr val="accent1"/>
                </a:solidFill>
                <a:latin typeface="Arial Narrow" panose="020B0606020202030204" pitchFamily="34" charset="0"/>
              </a:rPr>
              <a:t> bi.</a:t>
            </a:r>
            <a:endParaRPr lang="en-US" sz="1600" dirty="0">
              <a:latin typeface="Arial Narrow" panose="020B0606020202030204" pitchFamily="34" charset="0"/>
            </a:endParaRPr>
          </a:p>
        </p:txBody>
      </p:sp>
      <p:sp>
        <p:nvSpPr>
          <p:cNvPr id="44" name="Text 26">
            <a:extLst>
              <a:ext uri="{FF2B5EF4-FFF2-40B4-BE49-F238E27FC236}">
                <a16:creationId xmlns:a16="http://schemas.microsoft.com/office/drawing/2014/main" id="{3E5E1D51-5173-FB66-66C6-07829833BF1D}"/>
              </a:ext>
            </a:extLst>
          </p:cNvPr>
          <p:cNvSpPr/>
          <p:nvPr/>
        </p:nvSpPr>
        <p:spPr>
          <a:xfrm>
            <a:off x="4364736" y="4342277"/>
            <a:ext cx="7437120" cy="829056"/>
          </a:xfrm>
          <a:prstGeom prst="rect">
            <a:avLst/>
          </a:prstGeom>
          <a:noFill/>
          <a:ln/>
        </p:spPr>
        <p:txBody>
          <a:bodyPr wrap="square" lIns="50800" tIns="50800" rIns="50800" bIns="50800" rtlCol="0" anchor="ctr"/>
          <a:lstStyle/>
          <a:p>
            <a:endParaRPr lang="en-US" dirty="0">
              <a:latin typeface="Arial Narrow" panose="020B0606020202030204" pitchFamily="34" charset="0"/>
            </a:endParaRPr>
          </a:p>
        </p:txBody>
      </p:sp>
      <p:sp>
        <p:nvSpPr>
          <p:cNvPr id="34" name="Shape 21">
            <a:extLst>
              <a:ext uri="{FF2B5EF4-FFF2-40B4-BE49-F238E27FC236}">
                <a16:creationId xmlns:a16="http://schemas.microsoft.com/office/drawing/2014/main" id="{37F84372-1FE2-8AB0-2B09-7CF87B6DD542}"/>
              </a:ext>
            </a:extLst>
          </p:cNvPr>
          <p:cNvSpPr/>
          <p:nvPr/>
        </p:nvSpPr>
        <p:spPr>
          <a:xfrm>
            <a:off x="304800" y="5270794"/>
            <a:ext cx="1584960" cy="877824"/>
          </a:xfrm>
          <a:prstGeom prst="rect">
            <a:avLst/>
          </a:prstGeom>
          <a:solidFill>
            <a:srgbClr val="E8F4FF"/>
          </a:solidFill>
          <a:ln w="12700">
            <a:solidFill>
              <a:srgbClr val="CCCCCC"/>
            </a:solidFill>
            <a:prstDash val="solid"/>
          </a:ln>
        </p:spPr>
        <p:txBody>
          <a:bodyPr/>
          <a:lstStyle/>
          <a:p>
            <a:endParaRPr lang="en-US">
              <a:latin typeface="Arial Narrow" panose="020B0606020202030204" pitchFamily="34" charset="0"/>
            </a:endParaRPr>
          </a:p>
        </p:txBody>
      </p:sp>
      <p:sp>
        <p:nvSpPr>
          <p:cNvPr id="35" name="Text 22">
            <a:extLst>
              <a:ext uri="{FF2B5EF4-FFF2-40B4-BE49-F238E27FC236}">
                <a16:creationId xmlns:a16="http://schemas.microsoft.com/office/drawing/2014/main" id="{CC339620-FB12-265C-F08B-1D27FE7EC79C}"/>
              </a:ext>
            </a:extLst>
          </p:cNvPr>
          <p:cNvSpPr/>
          <p:nvPr/>
        </p:nvSpPr>
        <p:spPr>
          <a:xfrm>
            <a:off x="304800" y="5270794"/>
            <a:ext cx="1584960" cy="877824"/>
          </a:xfrm>
          <a:prstGeom prst="rect">
            <a:avLst/>
          </a:prstGeom>
          <a:noFill/>
          <a:ln/>
        </p:spPr>
        <p:txBody>
          <a:bodyPr wrap="square" lIns="33867" tIns="33867" rIns="33867" bIns="33867" rtlCol="0" anchor="ctr"/>
          <a:lstStyle/>
          <a:p>
            <a:pPr algn="ctr"/>
            <a:endParaRPr lang="en-US" dirty="0">
              <a:latin typeface="Arial Narrow" panose="020B0606020202030204" pitchFamily="34" charset="0"/>
            </a:endParaRPr>
          </a:p>
        </p:txBody>
      </p:sp>
      <p:sp>
        <p:nvSpPr>
          <p:cNvPr id="36" name="Shape 23">
            <a:extLst>
              <a:ext uri="{FF2B5EF4-FFF2-40B4-BE49-F238E27FC236}">
                <a16:creationId xmlns:a16="http://schemas.microsoft.com/office/drawing/2014/main" id="{6F81846A-BD34-1D3B-CE5B-3B2BB8A6EAE2}"/>
              </a:ext>
            </a:extLst>
          </p:cNvPr>
          <p:cNvSpPr/>
          <p:nvPr/>
        </p:nvSpPr>
        <p:spPr>
          <a:xfrm>
            <a:off x="1950720" y="5270794"/>
            <a:ext cx="2255520" cy="877824"/>
          </a:xfrm>
          <a:prstGeom prst="rect">
            <a:avLst/>
          </a:prstGeom>
          <a:solidFill>
            <a:srgbClr val="E8F4FF"/>
          </a:solidFill>
          <a:ln w="12700">
            <a:solidFill>
              <a:srgbClr val="CCCCCC"/>
            </a:solidFill>
            <a:prstDash val="solid"/>
          </a:ln>
        </p:spPr>
        <p:txBody>
          <a:bodyPr/>
          <a:lstStyle/>
          <a:p>
            <a:endParaRPr lang="en-US">
              <a:latin typeface="Arial Narrow" panose="020B0606020202030204" pitchFamily="34" charset="0"/>
            </a:endParaRPr>
          </a:p>
        </p:txBody>
      </p:sp>
      <p:sp>
        <p:nvSpPr>
          <p:cNvPr id="37" name="Text 24">
            <a:extLst>
              <a:ext uri="{FF2B5EF4-FFF2-40B4-BE49-F238E27FC236}">
                <a16:creationId xmlns:a16="http://schemas.microsoft.com/office/drawing/2014/main" id="{420B2ED0-3BE5-F9A1-EB31-D89097D46F91}"/>
              </a:ext>
            </a:extLst>
          </p:cNvPr>
          <p:cNvSpPr/>
          <p:nvPr/>
        </p:nvSpPr>
        <p:spPr>
          <a:xfrm>
            <a:off x="1987296" y="5270794"/>
            <a:ext cx="2182368" cy="877824"/>
          </a:xfrm>
          <a:prstGeom prst="rect">
            <a:avLst/>
          </a:prstGeom>
          <a:noFill/>
          <a:ln/>
        </p:spPr>
        <p:txBody>
          <a:bodyPr wrap="square" lIns="67733" tIns="67733" rIns="67733" bIns="67733" rtlCol="0" anchor="ctr"/>
          <a:lstStyle/>
          <a:p>
            <a:r>
              <a:rPr lang="en-US" b="1" dirty="0" err="1">
                <a:solidFill>
                  <a:srgbClr val="1E5FA8"/>
                </a:solidFill>
                <a:latin typeface="Arial Narrow" panose="020B0606020202030204" pitchFamily="34" charset="0"/>
                <a:ea typeface="Consolas" pitchFamily="34" charset="-122"/>
                <a:cs typeface="Consolas" pitchFamily="34" charset="-120"/>
              </a:rPr>
              <a:t>timer_get_ms</a:t>
            </a:r>
            <a:r>
              <a:rPr lang="en-US" b="1" dirty="0">
                <a:solidFill>
                  <a:srgbClr val="1E5FA8"/>
                </a:solidFill>
                <a:latin typeface="Arial Narrow" panose="020B0606020202030204" pitchFamily="34" charset="0"/>
                <a:ea typeface="Consolas" pitchFamily="34" charset="-122"/>
                <a:cs typeface="Consolas" pitchFamily="34" charset="-120"/>
              </a:rPr>
              <a:t>()</a:t>
            </a:r>
            <a:endParaRPr lang="en-US" dirty="0">
              <a:latin typeface="Arial Narrow" panose="020B0606020202030204" pitchFamily="34" charset="0"/>
            </a:endParaRPr>
          </a:p>
        </p:txBody>
      </p:sp>
      <p:sp>
        <p:nvSpPr>
          <p:cNvPr id="38" name="Shape 25">
            <a:extLst>
              <a:ext uri="{FF2B5EF4-FFF2-40B4-BE49-F238E27FC236}">
                <a16:creationId xmlns:a16="http://schemas.microsoft.com/office/drawing/2014/main" id="{2A11376B-554F-6782-672D-E9FE6C21B94C}"/>
              </a:ext>
            </a:extLst>
          </p:cNvPr>
          <p:cNvSpPr/>
          <p:nvPr/>
        </p:nvSpPr>
        <p:spPr>
          <a:xfrm>
            <a:off x="4267200" y="5270794"/>
            <a:ext cx="7620000" cy="877824"/>
          </a:xfrm>
          <a:prstGeom prst="rect">
            <a:avLst/>
          </a:prstGeom>
          <a:solidFill>
            <a:srgbClr val="E8F4FF"/>
          </a:solidFill>
          <a:ln w="12700">
            <a:solidFill>
              <a:srgbClr val="CCCCCC"/>
            </a:solidFill>
            <a:prstDash val="solid"/>
          </a:ln>
        </p:spPr>
        <p:txBody>
          <a:bodyPr/>
          <a:lstStyle/>
          <a:p>
            <a:r>
              <a:rPr lang="en-US" dirty="0">
                <a:latin typeface="Arial Narrow" panose="020B0606020202030204" pitchFamily="34" charset="0"/>
              </a:rPr>
              <a:t>Calculate the waiting time for take and releasing balls.</a:t>
            </a:r>
          </a:p>
          <a:p>
            <a:r>
              <a:rPr lang="en-US" sz="1600" dirty="0" err="1">
                <a:solidFill>
                  <a:schemeClr val="accent1"/>
                </a:solidFill>
                <a:latin typeface="Arial Narrow" panose="020B0606020202030204" pitchFamily="34" charset="0"/>
              </a:rPr>
              <a:t>Tính</a:t>
            </a:r>
            <a:r>
              <a:rPr lang="en-US" sz="1600" dirty="0">
                <a:solidFill>
                  <a:schemeClr val="accent1"/>
                </a:solidFill>
                <a:latin typeface="Arial Narrow" panose="020B0606020202030204" pitchFamily="34" charset="0"/>
              </a:rPr>
              <a:t> </a:t>
            </a:r>
            <a:r>
              <a:rPr lang="en-US" sz="1600" dirty="0" err="1">
                <a:solidFill>
                  <a:schemeClr val="accent1"/>
                </a:solidFill>
                <a:latin typeface="Arial Narrow" panose="020B0606020202030204" pitchFamily="34" charset="0"/>
              </a:rPr>
              <a:t>toán</a:t>
            </a:r>
            <a:r>
              <a:rPr lang="en-US" sz="1600" dirty="0">
                <a:solidFill>
                  <a:schemeClr val="accent1"/>
                </a:solidFill>
                <a:latin typeface="Arial Narrow" panose="020B0606020202030204" pitchFamily="34" charset="0"/>
              </a:rPr>
              <a:t> </a:t>
            </a:r>
            <a:r>
              <a:rPr lang="en-US" sz="1600" dirty="0" err="1">
                <a:solidFill>
                  <a:schemeClr val="accent1"/>
                </a:solidFill>
                <a:latin typeface="Arial Narrow" panose="020B0606020202030204" pitchFamily="34" charset="0"/>
              </a:rPr>
              <a:t>thời</a:t>
            </a:r>
            <a:r>
              <a:rPr lang="en-US" sz="1600" dirty="0">
                <a:solidFill>
                  <a:schemeClr val="accent1"/>
                </a:solidFill>
                <a:latin typeface="Arial Narrow" panose="020B0606020202030204" pitchFamily="34" charset="0"/>
              </a:rPr>
              <a:t> </a:t>
            </a:r>
            <a:r>
              <a:rPr lang="en-US" sz="1600" dirty="0" err="1">
                <a:solidFill>
                  <a:schemeClr val="accent1"/>
                </a:solidFill>
                <a:latin typeface="Arial Narrow" panose="020B0606020202030204" pitchFamily="34" charset="0"/>
              </a:rPr>
              <a:t>gian</a:t>
            </a:r>
            <a:r>
              <a:rPr lang="en-US" sz="1600" dirty="0">
                <a:solidFill>
                  <a:schemeClr val="accent1"/>
                </a:solidFill>
                <a:latin typeface="Arial Narrow" panose="020B0606020202030204" pitchFamily="34" charset="0"/>
              </a:rPr>
              <a:t> </a:t>
            </a:r>
            <a:r>
              <a:rPr lang="en-US" sz="1600" dirty="0" err="1">
                <a:solidFill>
                  <a:schemeClr val="accent1"/>
                </a:solidFill>
                <a:latin typeface="Arial Narrow" panose="020B0606020202030204" pitchFamily="34" charset="0"/>
              </a:rPr>
              <a:t>chờ</a:t>
            </a:r>
            <a:r>
              <a:rPr lang="en-US" sz="1600" dirty="0">
                <a:solidFill>
                  <a:schemeClr val="accent1"/>
                </a:solidFill>
                <a:latin typeface="Arial Narrow" panose="020B0606020202030204" pitchFamily="34" charset="0"/>
              </a:rPr>
              <a:t> </a:t>
            </a:r>
            <a:r>
              <a:rPr lang="en-US" sz="1600" dirty="0" err="1">
                <a:solidFill>
                  <a:schemeClr val="accent1"/>
                </a:solidFill>
                <a:latin typeface="Arial Narrow" panose="020B0606020202030204" pitchFamily="34" charset="0"/>
              </a:rPr>
              <a:t>lấy</a:t>
            </a:r>
            <a:r>
              <a:rPr lang="en-US" sz="1600" dirty="0">
                <a:solidFill>
                  <a:schemeClr val="accent1"/>
                </a:solidFill>
                <a:latin typeface="Arial Narrow" panose="020B0606020202030204" pitchFamily="34" charset="0"/>
              </a:rPr>
              <a:t> </a:t>
            </a:r>
            <a:r>
              <a:rPr lang="en-US" sz="1600" dirty="0" err="1">
                <a:solidFill>
                  <a:schemeClr val="accent1"/>
                </a:solidFill>
                <a:latin typeface="Arial Narrow" panose="020B0606020202030204" pitchFamily="34" charset="0"/>
              </a:rPr>
              <a:t>và</a:t>
            </a:r>
            <a:r>
              <a:rPr lang="en-US" sz="1600" dirty="0">
                <a:solidFill>
                  <a:schemeClr val="accent1"/>
                </a:solidFill>
                <a:latin typeface="Arial Narrow" panose="020B0606020202030204" pitchFamily="34" charset="0"/>
              </a:rPr>
              <a:t> </a:t>
            </a:r>
            <a:r>
              <a:rPr lang="en-US" sz="1600" dirty="0" err="1">
                <a:solidFill>
                  <a:schemeClr val="accent1"/>
                </a:solidFill>
                <a:latin typeface="Arial Narrow" panose="020B0606020202030204" pitchFamily="34" charset="0"/>
              </a:rPr>
              <a:t>thả</a:t>
            </a:r>
            <a:r>
              <a:rPr lang="en-US" sz="1600" dirty="0">
                <a:solidFill>
                  <a:schemeClr val="accent1"/>
                </a:solidFill>
                <a:latin typeface="Arial Narrow" panose="020B0606020202030204" pitchFamily="34" charset="0"/>
              </a:rPr>
              <a:t> bi.</a:t>
            </a:r>
            <a:endParaRPr lang="en-US" sz="1600" dirty="0">
              <a:latin typeface="Arial Narrow" panose="020B0606020202030204" pitchFamily="34" charset="0"/>
            </a:endParaRPr>
          </a:p>
          <a:p>
            <a:endParaRPr lang="en-US" dirty="0">
              <a:latin typeface="Arial Narrow" panose="020B0606020202030204" pitchFamily="34" charset="0"/>
            </a:endParaRPr>
          </a:p>
        </p:txBody>
      </p:sp>
      <p:sp>
        <p:nvSpPr>
          <p:cNvPr id="39" name="Text 26">
            <a:extLst>
              <a:ext uri="{FF2B5EF4-FFF2-40B4-BE49-F238E27FC236}">
                <a16:creationId xmlns:a16="http://schemas.microsoft.com/office/drawing/2014/main" id="{09301327-3F59-16D5-1AA9-A21058D53C07}"/>
              </a:ext>
            </a:extLst>
          </p:cNvPr>
          <p:cNvSpPr/>
          <p:nvPr/>
        </p:nvSpPr>
        <p:spPr>
          <a:xfrm>
            <a:off x="4364736" y="5295178"/>
            <a:ext cx="7437120" cy="829056"/>
          </a:xfrm>
          <a:prstGeom prst="rect">
            <a:avLst/>
          </a:prstGeom>
          <a:noFill/>
          <a:ln/>
        </p:spPr>
        <p:txBody>
          <a:bodyPr wrap="square" lIns="50800" tIns="50800" rIns="50800" bIns="50800" rtlCol="0" anchor="ctr"/>
          <a:lstStyle/>
          <a:p>
            <a:endParaRPr lang="en-US" dirty="0">
              <a:latin typeface="Arial Narrow" panose="020B0606020202030204" pitchFamily="34" charset="0"/>
            </a:endParaRPr>
          </a:p>
        </p:txBody>
      </p:sp>
      <p:graphicFrame>
        <p:nvGraphicFramePr>
          <p:cNvPr id="28" name="Diagram 27">
            <a:extLst>
              <a:ext uri="{FF2B5EF4-FFF2-40B4-BE49-F238E27FC236}">
                <a16:creationId xmlns:a16="http://schemas.microsoft.com/office/drawing/2014/main" id="{BB47E3F7-2A9E-05EB-F1F8-A5046CE718E0}"/>
              </a:ext>
            </a:extLst>
          </p:cNvPr>
          <p:cNvGraphicFramePr/>
          <p:nvPr>
            <p:extLst>
              <p:ext uri="{D42A27DB-BD31-4B8C-83A1-F6EECF244321}">
                <p14:modId xmlns:p14="http://schemas.microsoft.com/office/powerpoint/2010/main" val="3265973190"/>
              </p:ext>
            </p:extLst>
          </p:nvPr>
        </p:nvGraphicFramePr>
        <p:xfrm>
          <a:off x="619067" y="79796"/>
          <a:ext cx="2736457" cy="8955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02034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3C3B1C5-AEBB-3591-E091-6A92581E6EA3}"/>
            </a:ext>
          </a:extLst>
        </p:cNvPr>
        <p:cNvGrpSpPr/>
        <p:nvPr/>
      </p:nvGrpSpPr>
      <p:grpSpPr>
        <a:xfrm>
          <a:off x="0" y="0"/>
          <a:ext cx="0" cy="0"/>
          <a:chOff x="0" y="0"/>
          <a:chExt cx="0" cy="0"/>
        </a:xfrm>
      </p:grpSpPr>
      <p:sp>
        <p:nvSpPr>
          <p:cNvPr id="2" name="Shape 3">
            <a:extLst>
              <a:ext uri="{FF2B5EF4-FFF2-40B4-BE49-F238E27FC236}">
                <a16:creationId xmlns:a16="http://schemas.microsoft.com/office/drawing/2014/main" id="{40417714-13D8-88B1-AAA5-9138382B2870}"/>
              </a:ext>
            </a:extLst>
          </p:cNvPr>
          <p:cNvSpPr/>
          <p:nvPr/>
        </p:nvSpPr>
        <p:spPr>
          <a:xfrm>
            <a:off x="324051" y="1472986"/>
            <a:ext cx="1584960" cy="365760"/>
          </a:xfrm>
          <a:prstGeom prst="rect">
            <a:avLst/>
          </a:prstGeom>
          <a:solidFill>
            <a:srgbClr val="0097A7"/>
          </a:solidFill>
          <a:ln w="12700">
            <a:solidFill>
              <a:srgbClr val="0097A7"/>
            </a:solidFill>
            <a:prstDash val="solid"/>
          </a:ln>
        </p:spPr>
        <p:txBody>
          <a:bodyPr/>
          <a:lstStyle/>
          <a:p>
            <a:endParaRPr lang="en-US">
              <a:latin typeface="Arial Narrow" panose="020B0606020202030204" pitchFamily="34" charset="0"/>
            </a:endParaRPr>
          </a:p>
        </p:txBody>
      </p:sp>
      <p:sp>
        <p:nvSpPr>
          <p:cNvPr id="4" name="Text 4">
            <a:extLst>
              <a:ext uri="{FF2B5EF4-FFF2-40B4-BE49-F238E27FC236}">
                <a16:creationId xmlns:a16="http://schemas.microsoft.com/office/drawing/2014/main" id="{7356C08E-98CC-A470-42F8-3970A168788E}"/>
              </a:ext>
            </a:extLst>
          </p:cNvPr>
          <p:cNvSpPr/>
          <p:nvPr/>
        </p:nvSpPr>
        <p:spPr>
          <a:xfrm>
            <a:off x="324051" y="1472986"/>
            <a:ext cx="1584960" cy="365760"/>
          </a:xfrm>
          <a:prstGeom prst="rect">
            <a:avLst/>
          </a:prstGeom>
          <a:noFill/>
          <a:ln/>
        </p:spPr>
        <p:txBody>
          <a:bodyPr wrap="square" lIns="0" tIns="0" rIns="0" bIns="0" rtlCol="0" anchor="ctr"/>
          <a:lstStyle/>
          <a:p>
            <a:pPr algn="ctr"/>
            <a:r>
              <a:rPr lang="en-US" b="1" dirty="0">
                <a:solidFill>
                  <a:srgbClr val="FFFFFF"/>
                </a:solidFill>
                <a:latin typeface="Arial Narrow" panose="020B0606020202030204" pitchFamily="34" charset="0"/>
              </a:rPr>
              <a:t>Module</a:t>
            </a:r>
            <a:endParaRPr lang="en-US" dirty="0">
              <a:latin typeface="Arial Narrow" panose="020B0606020202030204" pitchFamily="34" charset="0"/>
            </a:endParaRPr>
          </a:p>
        </p:txBody>
      </p:sp>
      <p:sp>
        <p:nvSpPr>
          <p:cNvPr id="5" name="Shape 5">
            <a:extLst>
              <a:ext uri="{FF2B5EF4-FFF2-40B4-BE49-F238E27FC236}">
                <a16:creationId xmlns:a16="http://schemas.microsoft.com/office/drawing/2014/main" id="{B1A3D744-CFDD-3B60-1E38-0B224F0EA7D4}"/>
              </a:ext>
            </a:extLst>
          </p:cNvPr>
          <p:cNvSpPr/>
          <p:nvPr/>
        </p:nvSpPr>
        <p:spPr>
          <a:xfrm>
            <a:off x="1969971" y="1472986"/>
            <a:ext cx="2255520" cy="365760"/>
          </a:xfrm>
          <a:prstGeom prst="rect">
            <a:avLst/>
          </a:prstGeom>
          <a:solidFill>
            <a:srgbClr val="0097A7"/>
          </a:solidFill>
          <a:ln w="12700">
            <a:solidFill>
              <a:srgbClr val="0097A7"/>
            </a:solidFill>
            <a:prstDash val="solid"/>
          </a:ln>
        </p:spPr>
        <p:txBody>
          <a:bodyPr/>
          <a:lstStyle/>
          <a:p>
            <a:endParaRPr lang="en-US">
              <a:latin typeface="Arial Narrow" panose="020B0606020202030204" pitchFamily="34" charset="0"/>
            </a:endParaRPr>
          </a:p>
        </p:txBody>
      </p:sp>
      <p:sp>
        <p:nvSpPr>
          <p:cNvPr id="7" name="Text 6">
            <a:extLst>
              <a:ext uri="{FF2B5EF4-FFF2-40B4-BE49-F238E27FC236}">
                <a16:creationId xmlns:a16="http://schemas.microsoft.com/office/drawing/2014/main" id="{4716858B-92E9-5860-7076-7443B5AFC322}"/>
              </a:ext>
            </a:extLst>
          </p:cNvPr>
          <p:cNvSpPr/>
          <p:nvPr/>
        </p:nvSpPr>
        <p:spPr>
          <a:xfrm>
            <a:off x="1969971" y="1472986"/>
            <a:ext cx="2255520" cy="365760"/>
          </a:xfrm>
          <a:prstGeom prst="rect">
            <a:avLst/>
          </a:prstGeom>
          <a:noFill/>
          <a:ln/>
        </p:spPr>
        <p:txBody>
          <a:bodyPr wrap="square" lIns="0" tIns="0" rIns="0" bIns="0" rtlCol="0" anchor="ctr"/>
          <a:lstStyle/>
          <a:p>
            <a:pPr algn="ctr"/>
            <a:r>
              <a:rPr lang="en-US" b="1" dirty="0">
                <a:solidFill>
                  <a:srgbClr val="FFFFFF"/>
                </a:solidFill>
                <a:latin typeface="Arial Narrow" panose="020B0606020202030204" pitchFamily="34" charset="0"/>
              </a:rPr>
              <a:t>Function</a:t>
            </a:r>
            <a:endParaRPr lang="en-US" dirty="0">
              <a:latin typeface="Arial Narrow" panose="020B0606020202030204" pitchFamily="34" charset="0"/>
            </a:endParaRPr>
          </a:p>
        </p:txBody>
      </p:sp>
      <p:sp>
        <p:nvSpPr>
          <p:cNvPr id="8" name="Shape 7">
            <a:extLst>
              <a:ext uri="{FF2B5EF4-FFF2-40B4-BE49-F238E27FC236}">
                <a16:creationId xmlns:a16="http://schemas.microsoft.com/office/drawing/2014/main" id="{D21BD66A-0617-59D7-C9F1-0960E491058F}"/>
              </a:ext>
            </a:extLst>
          </p:cNvPr>
          <p:cNvSpPr/>
          <p:nvPr/>
        </p:nvSpPr>
        <p:spPr>
          <a:xfrm>
            <a:off x="4286451" y="1472986"/>
            <a:ext cx="7620000" cy="365760"/>
          </a:xfrm>
          <a:prstGeom prst="rect">
            <a:avLst/>
          </a:prstGeom>
          <a:solidFill>
            <a:srgbClr val="0097A7"/>
          </a:solidFill>
          <a:ln w="12700">
            <a:solidFill>
              <a:srgbClr val="0097A7"/>
            </a:solidFill>
            <a:prstDash val="solid"/>
          </a:ln>
        </p:spPr>
        <p:txBody>
          <a:bodyPr/>
          <a:lstStyle/>
          <a:p>
            <a:endParaRPr lang="en-US">
              <a:latin typeface="Arial Narrow" panose="020B0606020202030204" pitchFamily="34" charset="0"/>
            </a:endParaRPr>
          </a:p>
        </p:txBody>
      </p:sp>
      <p:sp>
        <p:nvSpPr>
          <p:cNvPr id="9" name="Text 8">
            <a:extLst>
              <a:ext uri="{FF2B5EF4-FFF2-40B4-BE49-F238E27FC236}">
                <a16:creationId xmlns:a16="http://schemas.microsoft.com/office/drawing/2014/main" id="{939A9C47-0ED3-A88D-97BA-0080F857A30F}"/>
              </a:ext>
            </a:extLst>
          </p:cNvPr>
          <p:cNvSpPr/>
          <p:nvPr/>
        </p:nvSpPr>
        <p:spPr>
          <a:xfrm>
            <a:off x="4286451" y="1472986"/>
            <a:ext cx="7620000" cy="365760"/>
          </a:xfrm>
          <a:prstGeom prst="rect">
            <a:avLst/>
          </a:prstGeom>
          <a:noFill/>
          <a:ln/>
        </p:spPr>
        <p:txBody>
          <a:bodyPr wrap="square" lIns="0" tIns="0" rIns="0" bIns="0" rtlCol="0" anchor="ctr"/>
          <a:lstStyle/>
          <a:p>
            <a:pPr algn="ctr"/>
            <a:r>
              <a:rPr lang="en-US" b="1" dirty="0">
                <a:solidFill>
                  <a:srgbClr val="FFFFFF"/>
                </a:solidFill>
                <a:latin typeface="Arial Narrow" panose="020B0606020202030204" pitchFamily="34" charset="0"/>
              </a:rPr>
              <a:t>Result / Kết quả</a:t>
            </a:r>
            <a:endParaRPr lang="en-US" dirty="0">
              <a:latin typeface="Arial Narrow" panose="020B0606020202030204" pitchFamily="34" charset="0"/>
            </a:endParaRPr>
          </a:p>
        </p:txBody>
      </p:sp>
      <p:sp>
        <p:nvSpPr>
          <p:cNvPr id="10" name="Shape 9">
            <a:extLst>
              <a:ext uri="{FF2B5EF4-FFF2-40B4-BE49-F238E27FC236}">
                <a16:creationId xmlns:a16="http://schemas.microsoft.com/office/drawing/2014/main" id="{A5344A19-0BA4-B3DD-954C-6136C7858735}"/>
              </a:ext>
            </a:extLst>
          </p:cNvPr>
          <p:cNvSpPr/>
          <p:nvPr/>
        </p:nvSpPr>
        <p:spPr>
          <a:xfrm>
            <a:off x="324051" y="2824044"/>
            <a:ext cx="1584960" cy="1151187"/>
          </a:xfrm>
          <a:prstGeom prst="rect">
            <a:avLst/>
          </a:prstGeom>
          <a:solidFill>
            <a:srgbClr val="E6F7F5"/>
          </a:solidFill>
          <a:ln w="12700">
            <a:solidFill>
              <a:srgbClr val="BBDDDD"/>
            </a:solidFill>
            <a:prstDash val="solid"/>
          </a:ln>
        </p:spPr>
        <p:txBody>
          <a:bodyPr/>
          <a:lstStyle/>
          <a:p>
            <a:endParaRPr lang="en-US">
              <a:latin typeface="Arial Narrow" panose="020B0606020202030204" pitchFamily="34" charset="0"/>
            </a:endParaRPr>
          </a:p>
        </p:txBody>
      </p:sp>
      <p:sp>
        <p:nvSpPr>
          <p:cNvPr id="11" name="Text 10">
            <a:extLst>
              <a:ext uri="{FF2B5EF4-FFF2-40B4-BE49-F238E27FC236}">
                <a16:creationId xmlns:a16="http://schemas.microsoft.com/office/drawing/2014/main" id="{DDA9B3D6-E234-71F6-604A-8654740A201B}"/>
              </a:ext>
            </a:extLst>
          </p:cNvPr>
          <p:cNvSpPr/>
          <p:nvPr/>
        </p:nvSpPr>
        <p:spPr>
          <a:xfrm>
            <a:off x="324051" y="2824045"/>
            <a:ext cx="1584960" cy="1151188"/>
          </a:xfrm>
          <a:prstGeom prst="rect">
            <a:avLst/>
          </a:prstGeom>
          <a:noFill/>
          <a:ln/>
        </p:spPr>
        <p:txBody>
          <a:bodyPr wrap="square" lIns="33867" tIns="33867" rIns="33867" bIns="33867" rtlCol="0" anchor="ctr"/>
          <a:lstStyle/>
          <a:p>
            <a:pPr algn="ctr"/>
            <a:r>
              <a:rPr lang="en-US" b="1" dirty="0">
                <a:solidFill>
                  <a:srgbClr val="0097A7"/>
                </a:solidFill>
                <a:latin typeface="Arial Narrow" panose="020B0606020202030204" pitchFamily="34" charset="0"/>
              </a:rPr>
              <a:t>Timer 2</a:t>
            </a:r>
            <a:endParaRPr lang="en-US" dirty="0">
              <a:latin typeface="Arial Narrow" panose="020B0606020202030204" pitchFamily="34" charset="0"/>
            </a:endParaRPr>
          </a:p>
        </p:txBody>
      </p:sp>
      <p:sp>
        <p:nvSpPr>
          <p:cNvPr id="12" name="Shape 11">
            <a:extLst>
              <a:ext uri="{FF2B5EF4-FFF2-40B4-BE49-F238E27FC236}">
                <a16:creationId xmlns:a16="http://schemas.microsoft.com/office/drawing/2014/main" id="{6F1CE93E-E8D3-DD9A-FC15-6939D0CCD8CB}"/>
              </a:ext>
            </a:extLst>
          </p:cNvPr>
          <p:cNvSpPr/>
          <p:nvPr/>
        </p:nvSpPr>
        <p:spPr>
          <a:xfrm>
            <a:off x="1969971" y="2824045"/>
            <a:ext cx="2255520" cy="1151186"/>
          </a:xfrm>
          <a:prstGeom prst="rect">
            <a:avLst/>
          </a:prstGeom>
          <a:solidFill>
            <a:srgbClr val="E6F7F5"/>
          </a:solidFill>
          <a:ln w="12700">
            <a:solidFill>
              <a:srgbClr val="BBDDDD"/>
            </a:solidFill>
            <a:prstDash val="solid"/>
          </a:ln>
        </p:spPr>
        <p:txBody>
          <a:bodyPr/>
          <a:lstStyle/>
          <a:p>
            <a:endParaRPr lang="en-US">
              <a:latin typeface="Arial Narrow" panose="020B0606020202030204" pitchFamily="34" charset="0"/>
            </a:endParaRPr>
          </a:p>
        </p:txBody>
      </p:sp>
      <p:sp>
        <p:nvSpPr>
          <p:cNvPr id="13" name="Text 12">
            <a:extLst>
              <a:ext uri="{FF2B5EF4-FFF2-40B4-BE49-F238E27FC236}">
                <a16:creationId xmlns:a16="http://schemas.microsoft.com/office/drawing/2014/main" id="{8F0F4637-E63F-A7B0-5738-D0212C13626F}"/>
              </a:ext>
            </a:extLst>
          </p:cNvPr>
          <p:cNvSpPr/>
          <p:nvPr/>
        </p:nvSpPr>
        <p:spPr>
          <a:xfrm>
            <a:off x="2006547" y="2824044"/>
            <a:ext cx="2182368" cy="1151185"/>
          </a:xfrm>
          <a:prstGeom prst="rect">
            <a:avLst/>
          </a:prstGeom>
          <a:noFill/>
          <a:ln/>
        </p:spPr>
        <p:txBody>
          <a:bodyPr wrap="square" lIns="67733" tIns="67733" rIns="67733" bIns="67733" rtlCol="0" anchor="ctr"/>
          <a:lstStyle/>
          <a:p>
            <a:r>
              <a:rPr lang="en-US" b="1" dirty="0">
                <a:solidFill>
                  <a:srgbClr val="0097A7"/>
                </a:solidFill>
                <a:latin typeface="Arial Narrow" panose="020B0606020202030204" pitchFamily="34" charset="0"/>
                <a:ea typeface="Consolas" pitchFamily="34" charset="-122"/>
                <a:cs typeface="Consolas" pitchFamily="34" charset="-120"/>
              </a:rPr>
              <a:t>duty_motor(pin,A)</a:t>
            </a:r>
            <a:endParaRPr lang="en-US" dirty="0">
              <a:latin typeface="Arial Narrow" panose="020B0606020202030204" pitchFamily="34" charset="0"/>
            </a:endParaRPr>
          </a:p>
        </p:txBody>
      </p:sp>
      <p:sp>
        <p:nvSpPr>
          <p:cNvPr id="14" name="Shape 13">
            <a:extLst>
              <a:ext uri="{FF2B5EF4-FFF2-40B4-BE49-F238E27FC236}">
                <a16:creationId xmlns:a16="http://schemas.microsoft.com/office/drawing/2014/main" id="{DCF9E50D-A592-C7C8-4A1C-084E6B1E97CD}"/>
              </a:ext>
            </a:extLst>
          </p:cNvPr>
          <p:cNvSpPr/>
          <p:nvPr/>
        </p:nvSpPr>
        <p:spPr>
          <a:xfrm>
            <a:off x="4286451" y="2824044"/>
            <a:ext cx="7620000" cy="1151190"/>
          </a:xfrm>
          <a:prstGeom prst="rect">
            <a:avLst/>
          </a:prstGeom>
          <a:solidFill>
            <a:srgbClr val="E6F7F5"/>
          </a:solidFill>
          <a:ln w="12700">
            <a:solidFill>
              <a:srgbClr val="BBDDDD"/>
            </a:solidFill>
            <a:prstDash val="solid"/>
          </a:ln>
        </p:spPr>
        <p:txBody>
          <a:bodyPr/>
          <a:lstStyle/>
          <a:p>
            <a:endParaRPr lang="en-US">
              <a:latin typeface="Arial Narrow" panose="020B0606020202030204" pitchFamily="34" charset="0"/>
            </a:endParaRPr>
          </a:p>
        </p:txBody>
      </p:sp>
      <p:sp>
        <p:nvSpPr>
          <p:cNvPr id="15" name="Text 14">
            <a:extLst>
              <a:ext uri="{FF2B5EF4-FFF2-40B4-BE49-F238E27FC236}">
                <a16:creationId xmlns:a16="http://schemas.microsoft.com/office/drawing/2014/main" id="{D48601AF-C2A3-DE75-B2D3-544C84C49513}"/>
              </a:ext>
            </a:extLst>
          </p:cNvPr>
          <p:cNvSpPr/>
          <p:nvPr/>
        </p:nvSpPr>
        <p:spPr>
          <a:xfrm>
            <a:off x="4383987" y="2848428"/>
            <a:ext cx="7522464" cy="1126805"/>
          </a:xfrm>
          <a:prstGeom prst="rect">
            <a:avLst/>
          </a:prstGeom>
          <a:noFill/>
          <a:ln/>
        </p:spPr>
        <p:txBody>
          <a:bodyPr wrap="square" lIns="50800" tIns="50800" rIns="50800" bIns="50800" rtlCol="0" anchor="ctr"/>
          <a:lstStyle/>
          <a:p>
            <a:r>
              <a:rPr lang="en-US" dirty="0">
                <a:solidFill>
                  <a:srgbClr val="1A1A1A"/>
                </a:solidFill>
                <a:latin typeface="Arial Narrow" panose="020B0606020202030204" pitchFamily="34" charset="0"/>
              </a:rPr>
              <a:t>Control 2 DC motors </a:t>
            </a:r>
            <a:r>
              <a:rPr lang="en-US">
                <a:solidFill>
                  <a:srgbClr val="1A1A1A"/>
                </a:solidFill>
                <a:latin typeface="Arial Narrow" panose="020B0606020202030204" pitchFamily="34" charset="0"/>
              </a:rPr>
              <a:t>via TB6612. </a:t>
            </a:r>
            <a:r>
              <a:rPr lang="en-US" dirty="0">
                <a:solidFill>
                  <a:srgbClr val="1A1A1A"/>
                </a:solidFill>
                <a:latin typeface="Arial Narrow" panose="020B0606020202030204" pitchFamily="34" charset="0"/>
              </a:rPr>
              <a:t>8 IR patterns → lookup table → PWM duty L/R (0–255) @ 20kHz.
</a:t>
            </a:r>
            <a:r>
              <a:rPr lang="en-US" dirty="0">
                <a:solidFill>
                  <a:schemeClr val="accent1"/>
                </a:solidFill>
                <a:latin typeface="Arial Narrow" panose="020B0606020202030204" pitchFamily="34" charset="0"/>
              </a:rPr>
              <a:t>Điều khiển 2 motor DC qua TB6612. 8 pattern IR → bảng tra → duty L/R (0–255) @ 20kHz.</a:t>
            </a:r>
          </a:p>
        </p:txBody>
      </p:sp>
      <p:grpSp>
        <p:nvGrpSpPr>
          <p:cNvPr id="6" name="Group 5">
            <a:extLst>
              <a:ext uri="{FF2B5EF4-FFF2-40B4-BE49-F238E27FC236}">
                <a16:creationId xmlns:a16="http://schemas.microsoft.com/office/drawing/2014/main" id="{829411D7-CF06-BA72-55A8-942349C390D0}"/>
              </a:ext>
            </a:extLst>
          </p:cNvPr>
          <p:cNvGrpSpPr/>
          <p:nvPr/>
        </p:nvGrpSpPr>
        <p:grpSpPr>
          <a:xfrm>
            <a:off x="324051" y="4340668"/>
            <a:ext cx="11582400" cy="1584960"/>
            <a:chOff x="324051" y="3724442"/>
            <a:chExt cx="11582400" cy="1584960"/>
          </a:xfrm>
        </p:grpSpPr>
        <p:sp>
          <p:nvSpPr>
            <p:cNvPr id="28" name="Shape 27">
              <a:extLst>
                <a:ext uri="{FF2B5EF4-FFF2-40B4-BE49-F238E27FC236}">
                  <a16:creationId xmlns:a16="http://schemas.microsoft.com/office/drawing/2014/main" id="{FE525983-1418-3275-44F1-E8356918FCE0}"/>
                </a:ext>
              </a:extLst>
            </p:cNvPr>
            <p:cNvSpPr/>
            <p:nvPr/>
          </p:nvSpPr>
          <p:spPr>
            <a:xfrm>
              <a:off x="324051" y="3724442"/>
              <a:ext cx="11582400" cy="390144"/>
            </a:xfrm>
            <a:prstGeom prst="rect">
              <a:avLst/>
            </a:prstGeom>
            <a:solidFill>
              <a:srgbClr val="1E5FA8"/>
            </a:solidFill>
            <a:ln w="12700">
              <a:solidFill>
                <a:srgbClr val="1E5FA8"/>
              </a:solidFill>
              <a:prstDash val="solid"/>
            </a:ln>
          </p:spPr>
          <p:txBody>
            <a:bodyPr/>
            <a:lstStyle/>
            <a:p>
              <a:endParaRPr lang="en-US">
                <a:latin typeface="Arial Narrow" panose="020B0606020202030204" pitchFamily="34" charset="0"/>
              </a:endParaRPr>
            </a:p>
          </p:txBody>
        </p:sp>
        <p:sp>
          <p:nvSpPr>
            <p:cNvPr id="29" name="Text 28">
              <a:extLst>
                <a:ext uri="{FF2B5EF4-FFF2-40B4-BE49-F238E27FC236}">
                  <a16:creationId xmlns:a16="http://schemas.microsoft.com/office/drawing/2014/main" id="{B61DB028-2DC3-9C1F-167D-07A0D9C50E53}"/>
                </a:ext>
              </a:extLst>
            </p:cNvPr>
            <p:cNvSpPr/>
            <p:nvPr/>
          </p:nvSpPr>
          <p:spPr>
            <a:xfrm>
              <a:off x="324051" y="3724442"/>
              <a:ext cx="11582400" cy="390144"/>
            </a:xfrm>
            <a:prstGeom prst="rect">
              <a:avLst/>
            </a:prstGeom>
            <a:noFill/>
            <a:ln/>
          </p:spPr>
          <p:txBody>
            <a:bodyPr wrap="square" lIns="0" tIns="0" rIns="0" bIns="0" rtlCol="0" anchor="ctr"/>
            <a:lstStyle/>
            <a:p>
              <a:pPr algn="ctr"/>
              <a:r>
                <a:rPr lang="en-US" b="1" dirty="0">
                  <a:solidFill>
                    <a:srgbClr val="FFFFFF"/>
                  </a:solidFill>
                  <a:latin typeface="Arial Narrow" panose="020B0606020202030204" pitchFamily="34" charset="0"/>
                </a:rPr>
                <a:t>Key Technical Specifications  |  Thông số kỹ thuật chính</a:t>
              </a:r>
              <a:endParaRPr lang="en-US" dirty="0">
                <a:latin typeface="Arial Narrow" panose="020B0606020202030204" pitchFamily="34" charset="0"/>
              </a:endParaRPr>
            </a:p>
          </p:txBody>
        </p:sp>
        <p:sp>
          <p:nvSpPr>
            <p:cNvPr id="30" name="Shape 29">
              <a:extLst>
                <a:ext uri="{FF2B5EF4-FFF2-40B4-BE49-F238E27FC236}">
                  <a16:creationId xmlns:a16="http://schemas.microsoft.com/office/drawing/2014/main" id="{AE18C4D8-A4FA-3C66-7BD4-BFB7AD8E3F87}"/>
                </a:ext>
              </a:extLst>
            </p:cNvPr>
            <p:cNvSpPr/>
            <p:nvPr/>
          </p:nvSpPr>
          <p:spPr>
            <a:xfrm>
              <a:off x="324051" y="4175546"/>
              <a:ext cx="5608320" cy="353568"/>
            </a:xfrm>
            <a:prstGeom prst="rect">
              <a:avLst/>
            </a:prstGeom>
            <a:solidFill>
              <a:srgbClr val="F0F7FF"/>
            </a:solidFill>
            <a:ln w="12700">
              <a:solidFill>
                <a:srgbClr val="DDEEFF"/>
              </a:solidFill>
              <a:prstDash val="solid"/>
            </a:ln>
          </p:spPr>
          <p:txBody>
            <a:bodyPr/>
            <a:lstStyle/>
            <a:p>
              <a:endParaRPr lang="en-US">
                <a:latin typeface="Arial Narrow" panose="020B0606020202030204" pitchFamily="34" charset="0"/>
              </a:endParaRPr>
            </a:p>
          </p:txBody>
        </p:sp>
        <p:sp>
          <p:nvSpPr>
            <p:cNvPr id="31" name="Text 30">
              <a:extLst>
                <a:ext uri="{FF2B5EF4-FFF2-40B4-BE49-F238E27FC236}">
                  <a16:creationId xmlns:a16="http://schemas.microsoft.com/office/drawing/2014/main" id="{584BEA8F-791D-9156-DA0D-1178E8E30B90}"/>
                </a:ext>
              </a:extLst>
            </p:cNvPr>
            <p:cNvSpPr/>
            <p:nvPr/>
          </p:nvSpPr>
          <p:spPr>
            <a:xfrm>
              <a:off x="445971" y="4199930"/>
              <a:ext cx="5364480" cy="304800"/>
            </a:xfrm>
            <a:prstGeom prst="rect">
              <a:avLst/>
            </a:prstGeom>
            <a:noFill/>
            <a:ln/>
          </p:spPr>
          <p:txBody>
            <a:bodyPr wrap="square" lIns="0" tIns="0" rIns="0" bIns="0" rtlCol="0" anchor="ctr"/>
            <a:lstStyle/>
            <a:p>
              <a:r>
                <a:rPr lang="en-US" b="1" dirty="0">
                  <a:solidFill>
                    <a:srgbClr val="1E5FA8"/>
                  </a:solidFill>
                  <a:latin typeface="Arial Narrow" panose="020B0606020202030204" pitchFamily="34" charset="0"/>
                </a:rPr>
                <a:t>PWM Frequency: </a:t>
              </a:r>
              <a:r>
                <a:rPr lang="en-US" dirty="0">
                  <a:solidFill>
                    <a:srgbClr val="1A1A1A"/>
                  </a:solidFill>
                  <a:latin typeface="Arial Narrow" panose="020B0606020202030204" pitchFamily="34" charset="0"/>
                </a:rPr>
                <a:t>20kHz (Timer2, PR2=249, 20MHz crystal)</a:t>
              </a:r>
              <a:endParaRPr lang="en-US" dirty="0">
                <a:latin typeface="Arial Narrow" panose="020B0606020202030204" pitchFamily="34" charset="0"/>
              </a:endParaRPr>
            </a:p>
          </p:txBody>
        </p:sp>
        <p:sp>
          <p:nvSpPr>
            <p:cNvPr id="32" name="Shape 31">
              <a:extLst>
                <a:ext uri="{FF2B5EF4-FFF2-40B4-BE49-F238E27FC236}">
                  <a16:creationId xmlns:a16="http://schemas.microsoft.com/office/drawing/2014/main" id="{422CD537-9008-7681-CACE-13FFE46D5663}"/>
                </a:ext>
              </a:extLst>
            </p:cNvPr>
            <p:cNvSpPr/>
            <p:nvPr/>
          </p:nvSpPr>
          <p:spPr>
            <a:xfrm>
              <a:off x="324051" y="4565690"/>
              <a:ext cx="5608320" cy="353568"/>
            </a:xfrm>
            <a:prstGeom prst="rect">
              <a:avLst/>
            </a:prstGeom>
            <a:solidFill>
              <a:srgbClr val="FFFFFF"/>
            </a:solidFill>
            <a:ln w="12700">
              <a:solidFill>
                <a:srgbClr val="DDEEFF"/>
              </a:solidFill>
              <a:prstDash val="solid"/>
            </a:ln>
          </p:spPr>
          <p:txBody>
            <a:bodyPr/>
            <a:lstStyle/>
            <a:p>
              <a:endParaRPr lang="en-US">
                <a:latin typeface="Arial Narrow" panose="020B0606020202030204" pitchFamily="34" charset="0"/>
              </a:endParaRPr>
            </a:p>
          </p:txBody>
        </p:sp>
        <p:sp>
          <p:nvSpPr>
            <p:cNvPr id="33" name="Text 32">
              <a:extLst>
                <a:ext uri="{FF2B5EF4-FFF2-40B4-BE49-F238E27FC236}">
                  <a16:creationId xmlns:a16="http://schemas.microsoft.com/office/drawing/2014/main" id="{4E80DF22-1487-0FCD-7061-81021314DB22}"/>
                </a:ext>
              </a:extLst>
            </p:cNvPr>
            <p:cNvSpPr/>
            <p:nvPr/>
          </p:nvSpPr>
          <p:spPr>
            <a:xfrm>
              <a:off x="445971" y="4590074"/>
              <a:ext cx="5364480" cy="304800"/>
            </a:xfrm>
            <a:prstGeom prst="rect">
              <a:avLst/>
            </a:prstGeom>
            <a:noFill/>
            <a:ln/>
          </p:spPr>
          <p:txBody>
            <a:bodyPr wrap="square" lIns="0" tIns="0" rIns="0" bIns="0" rtlCol="0" anchor="ctr"/>
            <a:lstStyle/>
            <a:p>
              <a:r>
                <a:rPr lang="en-US" b="1" dirty="0">
                  <a:solidFill>
                    <a:srgbClr val="1E5FA8"/>
                  </a:solidFill>
                  <a:latin typeface="Arial Narrow" panose="020B0606020202030204" pitchFamily="34" charset="0"/>
                </a:rPr>
                <a:t>Sensor Pattern: </a:t>
              </a:r>
              <a:r>
                <a:rPr lang="en-US" dirty="0">
                  <a:solidFill>
                    <a:srgbClr val="1A1A1A"/>
                  </a:solidFill>
                  <a:latin typeface="Arial Narrow" panose="020B0606020202030204" pitchFamily="34" charset="0"/>
                </a:rPr>
                <a:t>3-bit (SL·SM·SR) → 8 entries, O(1) lookup</a:t>
              </a:r>
              <a:endParaRPr lang="en-US" dirty="0">
                <a:latin typeface="Arial Narrow" panose="020B0606020202030204" pitchFamily="34" charset="0"/>
              </a:endParaRPr>
            </a:p>
          </p:txBody>
        </p:sp>
        <p:sp>
          <p:nvSpPr>
            <p:cNvPr id="34" name="Shape 33">
              <a:extLst>
                <a:ext uri="{FF2B5EF4-FFF2-40B4-BE49-F238E27FC236}">
                  <a16:creationId xmlns:a16="http://schemas.microsoft.com/office/drawing/2014/main" id="{881F5DD5-A4D2-D972-CDF9-151628ABBAC1}"/>
                </a:ext>
              </a:extLst>
            </p:cNvPr>
            <p:cNvSpPr/>
            <p:nvPr/>
          </p:nvSpPr>
          <p:spPr>
            <a:xfrm>
              <a:off x="324051" y="4955834"/>
              <a:ext cx="5608320" cy="353568"/>
            </a:xfrm>
            <a:prstGeom prst="rect">
              <a:avLst/>
            </a:prstGeom>
            <a:solidFill>
              <a:srgbClr val="F0F7FF"/>
            </a:solidFill>
            <a:ln w="12700">
              <a:solidFill>
                <a:srgbClr val="DDEEFF"/>
              </a:solidFill>
              <a:prstDash val="solid"/>
            </a:ln>
          </p:spPr>
          <p:txBody>
            <a:bodyPr/>
            <a:lstStyle/>
            <a:p>
              <a:endParaRPr lang="en-US">
                <a:latin typeface="Arial Narrow" panose="020B0606020202030204" pitchFamily="34" charset="0"/>
              </a:endParaRPr>
            </a:p>
          </p:txBody>
        </p:sp>
        <p:sp>
          <p:nvSpPr>
            <p:cNvPr id="35" name="Text 34">
              <a:extLst>
                <a:ext uri="{FF2B5EF4-FFF2-40B4-BE49-F238E27FC236}">
                  <a16:creationId xmlns:a16="http://schemas.microsoft.com/office/drawing/2014/main" id="{7D050606-5838-601B-E6DA-6F4959728544}"/>
                </a:ext>
              </a:extLst>
            </p:cNvPr>
            <p:cNvSpPr/>
            <p:nvPr/>
          </p:nvSpPr>
          <p:spPr>
            <a:xfrm>
              <a:off x="445971" y="4980218"/>
              <a:ext cx="5364480" cy="304800"/>
            </a:xfrm>
            <a:prstGeom prst="rect">
              <a:avLst/>
            </a:prstGeom>
            <a:noFill/>
            <a:ln/>
          </p:spPr>
          <p:txBody>
            <a:bodyPr wrap="square" lIns="0" tIns="0" rIns="0" bIns="0" rtlCol="0" anchor="ctr"/>
            <a:lstStyle/>
            <a:p>
              <a:r>
                <a:rPr lang="en-US" b="1" dirty="0">
                  <a:solidFill>
                    <a:srgbClr val="1E5FA8"/>
                  </a:solidFill>
                  <a:latin typeface="Arial Narrow" panose="020B0606020202030204" pitchFamily="34" charset="0"/>
                </a:rPr>
                <a:t>HC-SR04: </a:t>
              </a:r>
              <a:r>
                <a:rPr lang="en-US" dirty="0">
                  <a:solidFill>
                    <a:srgbClr val="1A1A1A"/>
                  </a:solidFill>
                  <a:latin typeface="Arial Narrow" panose="020B0606020202030204" pitchFamily="34" charset="0"/>
                </a:rPr>
                <a:t>dist_cm = pulse_μs / 58, Timer1 100μs ISR</a:t>
              </a:r>
              <a:endParaRPr lang="en-US" dirty="0">
                <a:latin typeface="Arial Narrow" panose="020B0606020202030204" pitchFamily="34" charset="0"/>
              </a:endParaRPr>
            </a:p>
          </p:txBody>
        </p:sp>
        <p:sp>
          <p:nvSpPr>
            <p:cNvPr id="36" name="Shape 35">
              <a:extLst>
                <a:ext uri="{FF2B5EF4-FFF2-40B4-BE49-F238E27FC236}">
                  <a16:creationId xmlns:a16="http://schemas.microsoft.com/office/drawing/2014/main" id="{686CB972-1D78-6E26-7B81-8EF599021FAD}"/>
                </a:ext>
              </a:extLst>
            </p:cNvPr>
            <p:cNvSpPr/>
            <p:nvPr/>
          </p:nvSpPr>
          <p:spPr>
            <a:xfrm>
              <a:off x="6115251" y="4175546"/>
              <a:ext cx="5791200" cy="353568"/>
            </a:xfrm>
            <a:prstGeom prst="rect">
              <a:avLst/>
            </a:prstGeom>
            <a:solidFill>
              <a:srgbClr val="F0FFF4"/>
            </a:solidFill>
            <a:ln w="12700">
              <a:solidFill>
                <a:srgbClr val="BBDDCC"/>
              </a:solidFill>
              <a:prstDash val="solid"/>
            </a:ln>
          </p:spPr>
          <p:txBody>
            <a:bodyPr/>
            <a:lstStyle/>
            <a:p>
              <a:endParaRPr lang="en-US">
                <a:latin typeface="Arial Narrow" panose="020B0606020202030204" pitchFamily="34" charset="0"/>
              </a:endParaRPr>
            </a:p>
          </p:txBody>
        </p:sp>
        <p:sp>
          <p:nvSpPr>
            <p:cNvPr id="37" name="Text 36">
              <a:extLst>
                <a:ext uri="{FF2B5EF4-FFF2-40B4-BE49-F238E27FC236}">
                  <a16:creationId xmlns:a16="http://schemas.microsoft.com/office/drawing/2014/main" id="{7841875F-621F-8262-1DF0-E4CBB1107580}"/>
                </a:ext>
              </a:extLst>
            </p:cNvPr>
            <p:cNvSpPr/>
            <p:nvPr/>
          </p:nvSpPr>
          <p:spPr>
            <a:xfrm>
              <a:off x="6237171" y="4199930"/>
              <a:ext cx="5547360" cy="304800"/>
            </a:xfrm>
            <a:prstGeom prst="rect">
              <a:avLst/>
            </a:prstGeom>
            <a:noFill/>
            <a:ln/>
          </p:spPr>
          <p:txBody>
            <a:bodyPr wrap="square" lIns="0" tIns="0" rIns="0" bIns="0" rtlCol="0" anchor="ctr"/>
            <a:lstStyle/>
            <a:p>
              <a:r>
                <a:rPr lang="en-US" b="1" dirty="0">
                  <a:solidFill>
                    <a:srgbClr val="0097A7"/>
                  </a:solidFill>
                  <a:latin typeface="Arial Narrow" panose="020B0606020202030204" pitchFamily="34" charset="0"/>
                </a:rPr>
                <a:t>Chatter Filter: </a:t>
              </a:r>
              <a:r>
                <a:rPr lang="en-US" dirty="0">
                  <a:solidFill>
                    <a:srgbClr val="1A1A1A"/>
                  </a:solidFill>
                  <a:latin typeface="Arial Narrow" panose="020B0606020202030204" pitchFamily="34" charset="0"/>
                </a:rPr>
                <a:t>N=3 consecutive samples required to confirm state</a:t>
              </a:r>
              <a:endParaRPr lang="en-US" dirty="0">
                <a:latin typeface="Arial Narrow" panose="020B0606020202030204" pitchFamily="34" charset="0"/>
              </a:endParaRPr>
            </a:p>
          </p:txBody>
        </p:sp>
        <p:sp>
          <p:nvSpPr>
            <p:cNvPr id="38" name="Shape 37">
              <a:extLst>
                <a:ext uri="{FF2B5EF4-FFF2-40B4-BE49-F238E27FC236}">
                  <a16:creationId xmlns:a16="http://schemas.microsoft.com/office/drawing/2014/main" id="{1FA00807-D504-C998-DCD1-37D97AFA7831}"/>
                </a:ext>
              </a:extLst>
            </p:cNvPr>
            <p:cNvSpPr/>
            <p:nvPr/>
          </p:nvSpPr>
          <p:spPr>
            <a:xfrm>
              <a:off x="6115251" y="4565690"/>
              <a:ext cx="5791200" cy="353568"/>
            </a:xfrm>
            <a:prstGeom prst="rect">
              <a:avLst/>
            </a:prstGeom>
            <a:solidFill>
              <a:srgbClr val="FFFFFF"/>
            </a:solidFill>
            <a:ln w="12700">
              <a:solidFill>
                <a:srgbClr val="BBDDCC"/>
              </a:solidFill>
              <a:prstDash val="solid"/>
            </a:ln>
          </p:spPr>
          <p:txBody>
            <a:bodyPr/>
            <a:lstStyle/>
            <a:p>
              <a:endParaRPr lang="en-US">
                <a:latin typeface="Arial Narrow" panose="020B0606020202030204" pitchFamily="34" charset="0"/>
              </a:endParaRPr>
            </a:p>
          </p:txBody>
        </p:sp>
        <p:sp>
          <p:nvSpPr>
            <p:cNvPr id="39" name="Text 38">
              <a:extLst>
                <a:ext uri="{FF2B5EF4-FFF2-40B4-BE49-F238E27FC236}">
                  <a16:creationId xmlns:a16="http://schemas.microsoft.com/office/drawing/2014/main" id="{EA7BF879-0E2C-8103-CC85-ACBDA065015A}"/>
                </a:ext>
              </a:extLst>
            </p:cNvPr>
            <p:cNvSpPr/>
            <p:nvPr/>
          </p:nvSpPr>
          <p:spPr>
            <a:xfrm>
              <a:off x="6237171" y="4590074"/>
              <a:ext cx="5547360" cy="304800"/>
            </a:xfrm>
            <a:prstGeom prst="rect">
              <a:avLst/>
            </a:prstGeom>
            <a:noFill/>
            <a:ln/>
          </p:spPr>
          <p:txBody>
            <a:bodyPr wrap="square" lIns="0" tIns="0" rIns="0" bIns="0" rtlCol="0" anchor="ctr"/>
            <a:lstStyle/>
            <a:p>
              <a:r>
                <a:rPr lang="en-US" b="1" dirty="0">
                  <a:solidFill>
                    <a:srgbClr val="0097A7"/>
                  </a:solidFill>
                  <a:latin typeface="Arial Narrow" panose="020B0606020202030204" pitchFamily="34" charset="0"/>
                </a:rPr>
                <a:t>State Machine: </a:t>
              </a:r>
              <a:r>
                <a:rPr lang="en-US" b="1" dirty="0">
                  <a:solidFill>
                    <a:srgbClr val="1A1A1A"/>
                  </a:solidFill>
                  <a:latin typeface="Arial Narrow" panose="020B0606020202030204" pitchFamily="34" charset="0"/>
                </a:rPr>
                <a:t>9 </a:t>
              </a:r>
              <a:r>
                <a:rPr lang="en-US" dirty="0">
                  <a:solidFill>
                    <a:srgbClr val="1A1A1A"/>
                  </a:solidFill>
                  <a:latin typeface="Arial Narrow" panose="020B0606020202030204" pitchFamily="34" charset="0"/>
                </a:rPr>
                <a:t>states, transition() ensures exit→entry ordering</a:t>
              </a:r>
              <a:endParaRPr lang="en-US" dirty="0">
                <a:latin typeface="Arial Narrow" panose="020B0606020202030204" pitchFamily="34" charset="0"/>
              </a:endParaRPr>
            </a:p>
          </p:txBody>
        </p:sp>
      </p:grpSp>
      <p:sp>
        <p:nvSpPr>
          <p:cNvPr id="16" name="Shape 27">
            <a:extLst>
              <a:ext uri="{FF2B5EF4-FFF2-40B4-BE49-F238E27FC236}">
                <a16:creationId xmlns:a16="http://schemas.microsoft.com/office/drawing/2014/main" id="{79B289CF-45ED-46E8-F708-2253E495F83E}"/>
              </a:ext>
            </a:extLst>
          </p:cNvPr>
          <p:cNvSpPr/>
          <p:nvPr/>
        </p:nvSpPr>
        <p:spPr>
          <a:xfrm>
            <a:off x="324051" y="1891104"/>
            <a:ext cx="1584960" cy="877824"/>
          </a:xfrm>
          <a:prstGeom prst="rect">
            <a:avLst/>
          </a:prstGeom>
          <a:solidFill>
            <a:srgbClr val="E8FBFB"/>
          </a:solidFill>
          <a:ln w="12700">
            <a:solidFill>
              <a:srgbClr val="CCCCCC"/>
            </a:solidFill>
            <a:prstDash val="solid"/>
          </a:ln>
        </p:spPr>
        <p:txBody>
          <a:bodyPr/>
          <a:lstStyle/>
          <a:p>
            <a:endParaRPr lang="en-US">
              <a:latin typeface="Arial Narrow" panose="020B0606020202030204" pitchFamily="34" charset="0"/>
            </a:endParaRPr>
          </a:p>
        </p:txBody>
      </p:sp>
      <p:sp>
        <p:nvSpPr>
          <p:cNvPr id="17" name="Text 28">
            <a:extLst>
              <a:ext uri="{FF2B5EF4-FFF2-40B4-BE49-F238E27FC236}">
                <a16:creationId xmlns:a16="http://schemas.microsoft.com/office/drawing/2014/main" id="{6556E314-7F53-2D16-0E06-AFEC7D850749}"/>
              </a:ext>
            </a:extLst>
          </p:cNvPr>
          <p:cNvSpPr/>
          <p:nvPr/>
        </p:nvSpPr>
        <p:spPr>
          <a:xfrm>
            <a:off x="324051" y="1891104"/>
            <a:ext cx="1584960" cy="877824"/>
          </a:xfrm>
          <a:prstGeom prst="rect">
            <a:avLst/>
          </a:prstGeom>
          <a:noFill/>
          <a:ln/>
        </p:spPr>
        <p:txBody>
          <a:bodyPr wrap="square" lIns="33867" tIns="33867" rIns="33867" bIns="33867" rtlCol="0" anchor="ctr"/>
          <a:lstStyle/>
          <a:p>
            <a:pPr algn="ctr"/>
            <a:r>
              <a:rPr lang="en-US" b="1" dirty="0">
                <a:solidFill>
                  <a:srgbClr val="0097A7"/>
                </a:solidFill>
                <a:latin typeface="Arial Narrow" panose="020B0606020202030204" pitchFamily="34" charset="0"/>
              </a:rPr>
              <a:t>Timer 1</a:t>
            </a:r>
            <a:endParaRPr lang="en-US" dirty="0">
              <a:latin typeface="Arial Narrow" panose="020B0606020202030204" pitchFamily="34" charset="0"/>
            </a:endParaRPr>
          </a:p>
        </p:txBody>
      </p:sp>
      <p:sp>
        <p:nvSpPr>
          <p:cNvPr id="18" name="Shape 29">
            <a:extLst>
              <a:ext uri="{FF2B5EF4-FFF2-40B4-BE49-F238E27FC236}">
                <a16:creationId xmlns:a16="http://schemas.microsoft.com/office/drawing/2014/main" id="{656165C2-2BE0-EE1E-502B-5DFB872C9C07}"/>
              </a:ext>
            </a:extLst>
          </p:cNvPr>
          <p:cNvSpPr/>
          <p:nvPr/>
        </p:nvSpPr>
        <p:spPr>
          <a:xfrm>
            <a:off x="1969971" y="1891104"/>
            <a:ext cx="2255520" cy="877824"/>
          </a:xfrm>
          <a:prstGeom prst="rect">
            <a:avLst/>
          </a:prstGeom>
          <a:solidFill>
            <a:srgbClr val="E8FBFB"/>
          </a:solidFill>
          <a:ln w="12700">
            <a:solidFill>
              <a:srgbClr val="CCCCCC"/>
            </a:solidFill>
            <a:prstDash val="solid"/>
          </a:ln>
        </p:spPr>
        <p:txBody>
          <a:bodyPr/>
          <a:lstStyle/>
          <a:p>
            <a:endParaRPr lang="en-US">
              <a:latin typeface="Arial Narrow" panose="020B0606020202030204" pitchFamily="34" charset="0"/>
            </a:endParaRPr>
          </a:p>
        </p:txBody>
      </p:sp>
      <p:sp>
        <p:nvSpPr>
          <p:cNvPr id="19" name="Text 30">
            <a:extLst>
              <a:ext uri="{FF2B5EF4-FFF2-40B4-BE49-F238E27FC236}">
                <a16:creationId xmlns:a16="http://schemas.microsoft.com/office/drawing/2014/main" id="{D023AEFF-69EB-9CDB-204D-6A2D591EF82A}"/>
              </a:ext>
            </a:extLst>
          </p:cNvPr>
          <p:cNvSpPr/>
          <p:nvPr/>
        </p:nvSpPr>
        <p:spPr>
          <a:xfrm>
            <a:off x="2006547" y="1891104"/>
            <a:ext cx="2182368" cy="877824"/>
          </a:xfrm>
          <a:prstGeom prst="rect">
            <a:avLst/>
          </a:prstGeom>
          <a:noFill/>
          <a:ln/>
        </p:spPr>
        <p:txBody>
          <a:bodyPr wrap="square" lIns="67733" tIns="67733" rIns="67733" bIns="67733" rtlCol="0" anchor="ctr"/>
          <a:lstStyle/>
          <a:p>
            <a:r>
              <a:rPr lang="en-US" b="1" dirty="0">
                <a:solidFill>
                  <a:srgbClr val="0097A7"/>
                </a:solidFill>
                <a:latin typeface="Arial Narrow" panose="020B0606020202030204" pitchFamily="34" charset="0"/>
                <a:ea typeface="Consolas" pitchFamily="34" charset="-122"/>
                <a:cs typeface="Consolas" pitchFamily="34" charset="-120"/>
              </a:rPr>
              <a:t>readEcho()</a:t>
            </a:r>
            <a:endParaRPr lang="en-US" dirty="0">
              <a:latin typeface="Arial Narrow" panose="020B0606020202030204" pitchFamily="34" charset="0"/>
            </a:endParaRPr>
          </a:p>
        </p:txBody>
      </p:sp>
      <p:sp>
        <p:nvSpPr>
          <p:cNvPr id="20" name="Shape 31">
            <a:extLst>
              <a:ext uri="{FF2B5EF4-FFF2-40B4-BE49-F238E27FC236}">
                <a16:creationId xmlns:a16="http://schemas.microsoft.com/office/drawing/2014/main" id="{57E17A2D-A36A-D20C-DFBD-0DD723BFE049}"/>
              </a:ext>
            </a:extLst>
          </p:cNvPr>
          <p:cNvSpPr/>
          <p:nvPr/>
        </p:nvSpPr>
        <p:spPr>
          <a:xfrm>
            <a:off x="4286451" y="1891104"/>
            <a:ext cx="7620000" cy="877824"/>
          </a:xfrm>
          <a:prstGeom prst="rect">
            <a:avLst/>
          </a:prstGeom>
          <a:solidFill>
            <a:srgbClr val="E8FBFB"/>
          </a:solidFill>
          <a:ln w="12700">
            <a:solidFill>
              <a:srgbClr val="CCCCCC"/>
            </a:solidFill>
            <a:prstDash val="solid"/>
          </a:ln>
        </p:spPr>
        <p:txBody>
          <a:bodyPr/>
          <a:lstStyle/>
          <a:p>
            <a:endParaRPr lang="en-US">
              <a:latin typeface="Arial Narrow" panose="020B0606020202030204" pitchFamily="34" charset="0"/>
            </a:endParaRPr>
          </a:p>
        </p:txBody>
      </p:sp>
      <p:sp>
        <p:nvSpPr>
          <p:cNvPr id="21" name="Text 32">
            <a:extLst>
              <a:ext uri="{FF2B5EF4-FFF2-40B4-BE49-F238E27FC236}">
                <a16:creationId xmlns:a16="http://schemas.microsoft.com/office/drawing/2014/main" id="{E5DF2BE8-8B26-1B80-270E-98B20666DA7A}"/>
              </a:ext>
            </a:extLst>
          </p:cNvPr>
          <p:cNvSpPr/>
          <p:nvPr/>
        </p:nvSpPr>
        <p:spPr>
          <a:xfrm>
            <a:off x="4383987" y="1915488"/>
            <a:ext cx="7437120" cy="829056"/>
          </a:xfrm>
          <a:prstGeom prst="rect">
            <a:avLst/>
          </a:prstGeom>
          <a:noFill/>
          <a:ln/>
        </p:spPr>
        <p:txBody>
          <a:bodyPr wrap="square" lIns="50800" tIns="50800" rIns="50800" bIns="50800" rtlCol="0" anchor="ctr"/>
          <a:lstStyle/>
          <a:p>
            <a:r>
              <a:rPr lang="en-US" dirty="0">
                <a:latin typeface="Arial Narrow" panose="020B0606020202030204" pitchFamily="34" charset="0"/>
              </a:rPr>
              <a:t>Handle HC-SR04 Echo signal. Stop when </a:t>
            </a:r>
            <a:r>
              <a:rPr lang="en-US" dirty="0" err="1">
                <a:latin typeface="Arial Narrow" panose="020B0606020202030204" pitchFamily="34" charset="0"/>
              </a:rPr>
              <a:t>dist</a:t>
            </a:r>
            <a:r>
              <a:rPr lang="en-US" dirty="0">
                <a:latin typeface="Arial Narrow" panose="020B0606020202030204" pitchFamily="34" charset="0"/>
              </a:rPr>
              <a:t> ≤ 2cm at Station and ≤ 5cm at END.</a:t>
            </a:r>
            <a:r>
              <a:rPr lang="en-US" dirty="0">
                <a:solidFill>
                  <a:srgbClr val="1A1A1A"/>
                </a:solidFill>
                <a:latin typeface="Arial Narrow" panose="020B0606020202030204" pitchFamily="34" charset="0"/>
              </a:rPr>
              <a:t>
</a:t>
            </a:r>
            <a:r>
              <a:rPr lang="en-US" dirty="0">
                <a:solidFill>
                  <a:schemeClr val="accent1"/>
                </a:solidFill>
                <a:latin typeface="Arial Narrow" panose="020B0606020202030204" pitchFamily="34" charset="0"/>
              </a:rPr>
              <a:t>Xử lý xung Echo HC-SR04. </a:t>
            </a:r>
            <a:r>
              <a:rPr lang="en-US" dirty="0" err="1">
                <a:solidFill>
                  <a:schemeClr val="accent1"/>
                </a:solidFill>
                <a:latin typeface="Arial Narrow" panose="020B0606020202030204" pitchFamily="34" charset="0"/>
              </a:rPr>
              <a:t>Dừng</a:t>
            </a:r>
            <a:r>
              <a:rPr lang="en-US" dirty="0">
                <a:solidFill>
                  <a:schemeClr val="accent1"/>
                </a:solidFill>
                <a:latin typeface="Arial Narrow" panose="020B0606020202030204" pitchFamily="34" charset="0"/>
              </a:rPr>
              <a:t> khi dist ≤ 2cm </a:t>
            </a:r>
            <a:r>
              <a:rPr lang="en-US" dirty="0" err="1">
                <a:solidFill>
                  <a:schemeClr val="accent1"/>
                </a:solidFill>
                <a:latin typeface="Arial Narrow" panose="020B0606020202030204" pitchFamily="34" charset="0"/>
              </a:rPr>
              <a:t>tại</a:t>
            </a:r>
            <a:r>
              <a:rPr lang="en-US" dirty="0">
                <a:solidFill>
                  <a:schemeClr val="accent1"/>
                </a:solidFill>
                <a:latin typeface="Arial Narrow" panose="020B0606020202030204" pitchFamily="34" charset="0"/>
              </a:rPr>
              <a:t> Station </a:t>
            </a:r>
            <a:r>
              <a:rPr lang="en-US" dirty="0" err="1">
                <a:solidFill>
                  <a:schemeClr val="accent1"/>
                </a:solidFill>
                <a:latin typeface="Arial Narrow" panose="020B0606020202030204" pitchFamily="34" charset="0"/>
              </a:rPr>
              <a:t>và</a:t>
            </a:r>
            <a:r>
              <a:rPr lang="en-US" dirty="0">
                <a:solidFill>
                  <a:schemeClr val="accent1"/>
                </a:solidFill>
                <a:latin typeface="Arial Narrow" panose="020B0606020202030204" pitchFamily="34" charset="0"/>
              </a:rPr>
              <a:t> ≤ 5cm </a:t>
            </a:r>
            <a:r>
              <a:rPr lang="en-US" dirty="0" err="1">
                <a:solidFill>
                  <a:schemeClr val="accent1"/>
                </a:solidFill>
                <a:latin typeface="Arial Narrow" panose="020B0606020202030204" pitchFamily="34" charset="0"/>
              </a:rPr>
              <a:t>tại</a:t>
            </a:r>
            <a:r>
              <a:rPr lang="en-US" dirty="0">
                <a:solidFill>
                  <a:schemeClr val="accent1"/>
                </a:solidFill>
                <a:latin typeface="Arial Narrow" panose="020B0606020202030204" pitchFamily="34" charset="0"/>
              </a:rPr>
              <a:t> END</a:t>
            </a:r>
          </a:p>
        </p:txBody>
      </p:sp>
      <p:graphicFrame>
        <p:nvGraphicFramePr>
          <p:cNvPr id="25" name="Diagram 24">
            <a:extLst>
              <a:ext uri="{FF2B5EF4-FFF2-40B4-BE49-F238E27FC236}">
                <a16:creationId xmlns:a16="http://schemas.microsoft.com/office/drawing/2014/main" id="{1F41AF7A-03A2-D301-9A41-32E0A0A95CB9}"/>
              </a:ext>
            </a:extLst>
          </p:cNvPr>
          <p:cNvGraphicFramePr/>
          <p:nvPr>
            <p:extLst>
              <p:ext uri="{D42A27DB-BD31-4B8C-83A1-F6EECF244321}">
                <p14:modId xmlns:p14="http://schemas.microsoft.com/office/powerpoint/2010/main" val="58522208"/>
              </p:ext>
            </p:extLst>
          </p:nvPr>
        </p:nvGraphicFramePr>
        <p:xfrm>
          <a:off x="619067" y="79796"/>
          <a:ext cx="2736457" cy="8955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812914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20EDC-EC58-72D6-9739-6370835384E4}"/>
            </a:ext>
          </a:extLst>
        </p:cNvPr>
        <p:cNvGrpSpPr/>
        <p:nvPr/>
      </p:nvGrpSpPr>
      <p:grpSpPr>
        <a:xfrm>
          <a:off x="0" y="0"/>
          <a:ext cx="0" cy="0"/>
          <a:chOff x="0" y="0"/>
          <a:chExt cx="0" cy="0"/>
        </a:xfrm>
      </p:grpSpPr>
      <p:grpSp>
        <p:nvGrpSpPr>
          <p:cNvPr id="99" name="Group 98">
            <a:extLst>
              <a:ext uri="{FF2B5EF4-FFF2-40B4-BE49-F238E27FC236}">
                <a16:creationId xmlns:a16="http://schemas.microsoft.com/office/drawing/2014/main" id="{6AD581CD-0295-AC2C-B3CD-214D45D2C770}"/>
              </a:ext>
            </a:extLst>
          </p:cNvPr>
          <p:cNvGrpSpPr/>
          <p:nvPr/>
        </p:nvGrpSpPr>
        <p:grpSpPr>
          <a:xfrm>
            <a:off x="386210" y="3821229"/>
            <a:ext cx="11385486" cy="2492943"/>
            <a:chOff x="0" y="3215640"/>
            <a:chExt cx="12435840" cy="2730905"/>
          </a:xfrm>
        </p:grpSpPr>
        <p:sp>
          <p:nvSpPr>
            <p:cNvPr id="63" name="Shape 3">
              <a:extLst>
                <a:ext uri="{FF2B5EF4-FFF2-40B4-BE49-F238E27FC236}">
                  <a16:creationId xmlns:a16="http://schemas.microsoft.com/office/drawing/2014/main" id="{70600E2B-5C3E-EDF2-0561-4084475DF887}"/>
                </a:ext>
              </a:extLst>
            </p:cNvPr>
            <p:cNvSpPr/>
            <p:nvPr/>
          </p:nvSpPr>
          <p:spPr>
            <a:xfrm>
              <a:off x="1036320" y="4123944"/>
              <a:ext cx="10363200" cy="121920"/>
            </a:xfrm>
            <a:prstGeom prst="rect">
              <a:avLst/>
            </a:prstGeom>
            <a:solidFill>
              <a:srgbClr val="7030A0"/>
            </a:solidFill>
            <a:ln w="12700">
              <a:solidFill>
                <a:srgbClr val="7030A0"/>
              </a:solidFill>
              <a:prstDash val="solid"/>
            </a:ln>
          </p:spPr>
          <p:txBody>
            <a:bodyPr/>
            <a:lstStyle/>
            <a:p>
              <a:endParaRPr lang="en-US">
                <a:latin typeface="Arial Narrow" panose="020B0606020202030204" pitchFamily="34" charset="0"/>
              </a:endParaRPr>
            </a:p>
          </p:txBody>
        </p:sp>
        <p:sp>
          <p:nvSpPr>
            <p:cNvPr id="64" name="Shape 4">
              <a:extLst>
                <a:ext uri="{FF2B5EF4-FFF2-40B4-BE49-F238E27FC236}">
                  <a16:creationId xmlns:a16="http://schemas.microsoft.com/office/drawing/2014/main" id="{14F21CDB-6943-54C0-88D9-C9989FC496F6}"/>
                </a:ext>
              </a:extLst>
            </p:cNvPr>
            <p:cNvSpPr/>
            <p:nvPr/>
          </p:nvSpPr>
          <p:spPr>
            <a:xfrm>
              <a:off x="890016" y="4038600"/>
              <a:ext cx="292608" cy="292608"/>
            </a:xfrm>
            <a:prstGeom prst="ellipse">
              <a:avLst/>
            </a:prstGeom>
            <a:solidFill>
              <a:srgbClr val="7030A0"/>
            </a:solidFill>
            <a:ln w="25400">
              <a:solidFill>
                <a:srgbClr val="FFFFFF"/>
              </a:solidFill>
              <a:prstDash val="solid"/>
            </a:ln>
          </p:spPr>
          <p:txBody>
            <a:bodyPr/>
            <a:lstStyle/>
            <a:p>
              <a:endParaRPr lang="en-US">
                <a:latin typeface="Arial Narrow" panose="020B0606020202030204" pitchFamily="34" charset="0"/>
              </a:endParaRPr>
            </a:p>
          </p:txBody>
        </p:sp>
        <p:sp>
          <p:nvSpPr>
            <p:cNvPr id="65" name="Text 5">
              <a:extLst>
                <a:ext uri="{FF2B5EF4-FFF2-40B4-BE49-F238E27FC236}">
                  <a16:creationId xmlns:a16="http://schemas.microsoft.com/office/drawing/2014/main" id="{412CE133-CAA2-622A-A728-187D1855553F}"/>
                </a:ext>
              </a:extLst>
            </p:cNvPr>
            <p:cNvSpPr/>
            <p:nvPr/>
          </p:nvSpPr>
          <p:spPr>
            <a:xfrm>
              <a:off x="451104" y="3270985"/>
              <a:ext cx="1463040" cy="426720"/>
            </a:xfrm>
            <a:prstGeom prst="rect">
              <a:avLst/>
            </a:prstGeom>
            <a:noFill/>
            <a:ln/>
          </p:spPr>
          <p:txBody>
            <a:bodyPr wrap="square" lIns="0" tIns="0" rIns="0" bIns="0" rtlCol="0" anchor="ctr"/>
            <a:lstStyle/>
            <a:p>
              <a:pPr algn="ctr"/>
              <a:r>
                <a:rPr lang="en-US" b="1" dirty="0">
                  <a:solidFill>
                    <a:srgbClr val="1A1A1A"/>
                  </a:solidFill>
                  <a:latin typeface="Arial Narrow" panose="020B0606020202030204" pitchFamily="34" charset="0"/>
                </a:rPr>
                <a:t>30/03</a:t>
              </a:r>
              <a:endParaRPr lang="en-US" dirty="0">
                <a:latin typeface="Arial Narrow" panose="020B0606020202030204" pitchFamily="34" charset="0"/>
              </a:endParaRPr>
            </a:p>
          </p:txBody>
        </p:sp>
        <p:sp>
          <p:nvSpPr>
            <p:cNvPr id="66" name="Shape 6">
              <a:extLst>
                <a:ext uri="{FF2B5EF4-FFF2-40B4-BE49-F238E27FC236}">
                  <a16:creationId xmlns:a16="http://schemas.microsoft.com/office/drawing/2014/main" id="{2F934490-5E77-BFEA-7CAD-849B52F424F6}"/>
                </a:ext>
              </a:extLst>
            </p:cNvPr>
            <p:cNvSpPr/>
            <p:nvPr/>
          </p:nvSpPr>
          <p:spPr>
            <a:xfrm>
              <a:off x="1036320" y="4331208"/>
              <a:ext cx="0" cy="365760"/>
            </a:xfrm>
            <a:prstGeom prst="line">
              <a:avLst/>
            </a:prstGeom>
            <a:noFill/>
            <a:ln w="19050">
              <a:solidFill>
                <a:srgbClr val="7030A0"/>
              </a:solidFill>
              <a:prstDash val="solid"/>
            </a:ln>
          </p:spPr>
          <p:txBody>
            <a:bodyPr/>
            <a:lstStyle/>
            <a:p>
              <a:endParaRPr lang="en-US">
                <a:latin typeface="Arial Narrow" panose="020B0606020202030204" pitchFamily="34" charset="0"/>
              </a:endParaRPr>
            </a:p>
          </p:txBody>
        </p:sp>
        <p:sp>
          <p:nvSpPr>
            <p:cNvPr id="67" name="Shape 7">
              <a:extLst>
                <a:ext uri="{FF2B5EF4-FFF2-40B4-BE49-F238E27FC236}">
                  <a16:creationId xmlns:a16="http://schemas.microsoft.com/office/drawing/2014/main" id="{A9FBE080-FCB5-ED92-64F3-6BC0C7C448CD}"/>
                </a:ext>
              </a:extLst>
            </p:cNvPr>
            <p:cNvSpPr/>
            <p:nvPr/>
          </p:nvSpPr>
          <p:spPr>
            <a:xfrm>
              <a:off x="0" y="4623816"/>
              <a:ext cx="2332623" cy="1322727"/>
            </a:xfrm>
            <a:prstGeom prst="rect">
              <a:avLst/>
            </a:prstGeom>
            <a:solidFill>
              <a:srgbClr val="EAF5E3"/>
            </a:solidFill>
            <a:ln w="12700">
              <a:solidFill>
                <a:srgbClr val="5EAD3C"/>
              </a:solidFill>
              <a:prstDash val="solid"/>
            </a:ln>
          </p:spPr>
          <p:txBody>
            <a:bodyPr/>
            <a:lstStyle/>
            <a:p>
              <a:endParaRPr lang="en-US" dirty="0">
                <a:latin typeface="Arial Narrow" panose="020B0606020202030204" pitchFamily="34" charset="0"/>
              </a:endParaRPr>
            </a:p>
          </p:txBody>
        </p:sp>
        <p:sp>
          <p:nvSpPr>
            <p:cNvPr id="68" name="Text 8">
              <a:extLst>
                <a:ext uri="{FF2B5EF4-FFF2-40B4-BE49-F238E27FC236}">
                  <a16:creationId xmlns:a16="http://schemas.microsoft.com/office/drawing/2014/main" id="{11E079F7-BB79-644E-D333-96BF0CE536A1}"/>
                </a:ext>
              </a:extLst>
            </p:cNvPr>
            <p:cNvSpPr/>
            <p:nvPr/>
          </p:nvSpPr>
          <p:spPr>
            <a:xfrm>
              <a:off x="36575" y="4620336"/>
              <a:ext cx="2296047" cy="1322728"/>
            </a:xfrm>
            <a:prstGeom prst="rect">
              <a:avLst/>
            </a:prstGeom>
            <a:noFill/>
            <a:ln/>
          </p:spPr>
          <p:txBody>
            <a:bodyPr wrap="square" lIns="50800" tIns="50800" rIns="50800" bIns="50800" rtlCol="0" anchor="ctr"/>
            <a:lstStyle/>
            <a:p>
              <a:pPr algn="ctr"/>
              <a:r>
                <a:rPr lang="en-US" b="1" dirty="0">
                  <a:latin typeface="Arial Narrow" panose="020B0606020202030204" pitchFamily="34" charset="0"/>
                </a:rPr>
                <a:t>Start code based on
completed flowchart</a:t>
              </a:r>
              <a:r>
                <a:rPr lang="en-US" b="1" dirty="0">
                  <a:solidFill>
                    <a:srgbClr val="224400"/>
                  </a:solidFill>
                  <a:latin typeface="Arial Narrow" panose="020B0606020202030204" pitchFamily="34" charset="0"/>
                </a:rPr>
                <a:t>
</a:t>
              </a:r>
              <a:r>
                <a:rPr lang="en-US" dirty="0">
                  <a:solidFill>
                    <a:schemeClr val="accent1"/>
                  </a:solidFill>
                  <a:latin typeface="Arial Narrow" panose="020B0606020202030204" pitchFamily="34" charset="0"/>
                </a:rPr>
                <a:t>Bắt đầu viết code</a:t>
              </a:r>
            </a:p>
            <a:p>
              <a:pPr algn="ctr"/>
              <a:r>
                <a:rPr lang="en-US" dirty="0">
                  <a:solidFill>
                    <a:schemeClr val="accent1"/>
                  </a:solidFill>
                  <a:latin typeface="Arial Narrow" panose="020B0606020202030204" pitchFamily="34" charset="0"/>
                </a:rPr>
                <a:t>theo flowchart</a:t>
              </a:r>
            </a:p>
          </p:txBody>
        </p:sp>
        <p:sp>
          <p:nvSpPr>
            <p:cNvPr id="69" name="Shape 9">
              <a:extLst>
                <a:ext uri="{FF2B5EF4-FFF2-40B4-BE49-F238E27FC236}">
                  <a16:creationId xmlns:a16="http://schemas.microsoft.com/office/drawing/2014/main" id="{A8F9B227-4F36-6117-7366-2CF1CE875006}"/>
                </a:ext>
              </a:extLst>
            </p:cNvPr>
            <p:cNvSpPr/>
            <p:nvPr/>
          </p:nvSpPr>
          <p:spPr>
            <a:xfrm>
              <a:off x="5553456" y="4038600"/>
              <a:ext cx="292608" cy="292608"/>
            </a:xfrm>
            <a:prstGeom prst="ellipse">
              <a:avLst/>
            </a:prstGeom>
            <a:solidFill>
              <a:srgbClr val="7030A0"/>
            </a:solidFill>
            <a:ln w="25400">
              <a:solidFill>
                <a:srgbClr val="FFFFFF"/>
              </a:solidFill>
              <a:prstDash val="solid"/>
            </a:ln>
          </p:spPr>
          <p:txBody>
            <a:bodyPr/>
            <a:lstStyle/>
            <a:p>
              <a:endParaRPr lang="en-US">
                <a:latin typeface="Arial Narrow" panose="020B0606020202030204" pitchFamily="34" charset="0"/>
              </a:endParaRPr>
            </a:p>
          </p:txBody>
        </p:sp>
        <p:sp>
          <p:nvSpPr>
            <p:cNvPr id="70" name="Text 10">
              <a:extLst>
                <a:ext uri="{FF2B5EF4-FFF2-40B4-BE49-F238E27FC236}">
                  <a16:creationId xmlns:a16="http://schemas.microsoft.com/office/drawing/2014/main" id="{B7272535-C2AF-BE00-6031-0BE15D21839E}"/>
                </a:ext>
              </a:extLst>
            </p:cNvPr>
            <p:cNvSpPr/>
            <p:nvPr/>
          </p:nvSpPr>
          <p:spPr>
            <a:xfrm>
              <a:off x="4968240" y="3215640"/>
              <a:ext cx="1463040" cy="426720"/>
            </a:xfrm>
            <a:prstGeom prst="rect">
              <a:avLst/>
            </a:prstGeom>
            <a:noFill/>
            <a:ln/>
          </p:spPr>
          <p:txBody>
            <a:bodyPr wrap="square" lIns="0" tIns="0" rIns="0" bIns="0" rtlCol="0" anchor="ctr"/>
            <a:lstStyle/>
            <a:p>
              <a:pPr algn="ctr"/>
              <a:r>
                <a:rPr lang="en-US" b="1" dirty="0">
                  <a:solidFill>
                    <a:srgbClr val="1A1A1A"/>
                  </a:solidFill>
                  <a:latin typeface="Arial Narrow" panose="020B0606020202030204" pitchFamily="34" charset="0"/>
                </a:rPr>
                <a:t>06/04</a:t>
              </a:r>
              <a:endParaRPr lang="en-US" dirty="0">
                <a:latin typeface="Arial Narrow" panose="020B0606020202030204" pitchFamily="34" charset="0"/>
              </a:endParaRPr>
            </a:p>
          </p:txBody>
        </p:sp>
        <p:sp>
          <p:nvSpPr>
            <p:cNvPr id="71" name="Shape 11">
              <a:extLst>
                <a:ext uri="{FF2B5EF4-FFF2-40B4-BE49-F238E27FC236}">
                  <a16:creationId xmlns:a16="http://schemas.microsoft.com/office/drawing/2014/main" id="{F4D22600-1260-7B00-AEF4-54D90C58419F}"/>
                </a:ext>
              </a:extLst>
            </p:cNvPr>
            <p:cNvSpPr/>
            <p:nvPr/>
          </p:nvSpPr>
          <p:spPr>
            <a:xfrm>
              <a:off x="5699760" y="4331208"/>
              <a:ext cx="0" cy="365760"/>
            </a:xfrm>
            <a:prstGeom prst="line">
              <a:avLst/>
            </a:prstGeom>
            <a:noFill/>
            <a:ln w="19050">
              <a:solidFill>
                <a:srgbClr val="7030A0"/>
              </a:solidFill>
              <a:prstDash val="solid"/>
            </a:ln>
          </p:spPr>
          <p:txBody>
            <a:bodyPr/>
            <a:lstStyle/>
            <a:p>
              <a:endParaRPr lang="en-US">
                <a:latin typeface="Arial Narrow" panose="020B0606020202030204" pitchFamily="34" charset="0"/>
              </a:endParaRPr>
            </a:p>
          </p:txBody>
        </p:sp>
        <p:sp>
          <p:nvSpPr>
            <p:cNvPr id="72" name="Shape 12">
              <a:extLst>
                <a:ext uri="{FF2B5EF4-FFF2-40B4-BE49-F238E27FC236}">
                  <a16:creationId xmlns:a16="http://schemas.microsoft.com/office/drawing/2014/main" id="{448AB9B5-F2A0-89E4-CFDF-BCF678D7C35C}"/>
                </a:ext>
              </a:extLst>
            </p:cNvPr>
            <p:cNvSpPr/>
            <p:nvPr/>
          </p:nvSpPr>
          <p:spPr>
            <a:xfrm>
              <a:off x="4663440" y="4623816"/>
              <a:ext cx="2036065" cy="1322727"/>
            </a:xfrm>
            <a:prstGeom prst="rect">
              <a:avLst/>
            </a:prstGeom>
            <a:solidFill>
              <a:srgbClr val="EAF5E3"/>
            </a:solidFill>
            <a:ln w="12700">
              <a:solidFill>
                <a:srgbClr val="5EAD3C"/>
              </a:solidFill>
              <a:prstDash val="solid"/>
            </a:ln>
          </p:spPr>
          <p:txBody>
            <a:bodyPr/>
            <a:lstStyle/>
            <a:p>
              <a:endParaRPr lang="en-US">
                <a:latin typeface="Arial Narrow" panose="020B0606020202030204" pitchFamily="34" charset="0"/>
              </a:endParaRPr>
            </a:p>
          </p:txBody>
        </p:sp>
        <p:sp>
          <p:nvSpPr>
            <p:cNvPr id="73" name="Text 13">
              <a:extLst>
                <a:ext uri="{FF2B5EF4-FFF2-40B4-BE49-F238E27FC236}">
                  <a16:creationId xmlns:a16="http://schemas.microsoft.com/office/drawing/2014/main" id="{A1B1DDD4-66AF-6230-8E76-BA0FACB29DEE}"/>
                </a:ext>
              </a:extLst>
            </p:cNvPr>
            <p:cNvSpPr/>
            <p:nvPr/>
          </p:nvSpPr>
          <p:spPr>
            <a:xfrm>
              <a:off x="4700016" y="4623817"/>
              <a:ext cx="1999488" cy="1322728"/>
            </a:xfrm>
            <a:prstGeom prst="rect">
              <a:avLst/>
            </a:prstGeom>
            <a:noFill/>
            <a:ln/>
          </p:spPr>
          <p:txBody>
            <a:bodyPr wrap="square" lIns="50800" tIns="50800" rIns="50800" bIns="50800" rtlCol="0" anchor="ctr"/>
            <a:lstStyle/>
            <a:p>
              <a:pPr algn="ctr"/>
              <a:r>
                <a:rPr lang="en-US" b="1" dirty="0">
                  <a:latin typeface="Arial Narrow" panose="020B0606020202030204" pitchFamily="34" charset="0"/>
                </a:rPr>
                <a:t>Test code &amp; Debug</a:t>
              </a:r>
              <a:r>
                <a:rPr lang="en-US" b="1" dirty="0">
                  <a:solidFill>
                    <a:srgbClr val="224400"/>
                  </a:solidFill>
                  <a:latin typeface="Arial Narrow" panose="020B0606020202030204" pitchFamily="34" charset="0"/>
                </a:rPr>
                <a:t>
</a:t>
              </a:r>
              <a:r>
                <a:rPr lang="en-US" dirty="0">
                  <a:solidFill>
                    <a:schemeClr val="accent1"/>
                  </a:solidFill>
                  <a:latin typeface="Arial Narrow" panose="020B0606020202030204" pitchFamily="34" charset="0"/>
                </a:rPr>
                <a:t>Thử nghiệm code</a:t>
              </a:r>
            </a:p>
            <a:p>
              <a:pPr algn="ctr"/>
              <a:r>
                <a:rPr lang="en-US" dirty="0">
                  <a:solidFill>
                    <a:schemeClr val="accent1"/>
                  </a:solidFill>
                  <a:latin typeface="Arial Narrow" panose="020B0606020202030204" pitchFamily="34" charset="0"/>
                </a:rPr>
                <a:t>và sửa lỗi</a:t>
              </a:r>
            </a:p>
          </p:txBody>
        </p:sp>
        <p:sp>
          <p:nvSpPr>
            <p:cNvPr id="74" name="Shape 14">
              <a:extLst>
                <a:ext uri="{FF2B5EF4-FFF2-40B4-BE49-F238E27FC236}">
                  <a16:creationId xmlns:a16="http://schemas.microsoft.com/office/drawing/2014/main" id="{C18C3CCA-ED92-9D5D-0999-1C90DBD270A6}"/>
                </a:ext>
              </a:extLst>
            </p:cNvPr>
            <p:cNvSpPr/>
            <p:nvPr/>
          </p:nvSpPr>
          <p:spPr>
            <a:xfrm>
              <a:off x="11253216" y="4038600"/>
              <a:ext cx="292608" cy="292608"/>
            </a:xfrm>
            <a:prstGeom prst="ellipse">
              <a:avLst/>
            </a:prstGeom>
            <a:solidFill>
              <a:srgbClr val="7030A0"/>
            </a:solidFill>
            <a:ln w="25400">
              <a:solidFill>
                <a:srgbClr val="FFFFFF"/>
              </a:solidFill>
              <a:prstDash val="solid"/>
            </a:ln>
          </p:spPr>
          <p:txBody>
            <a:bodyPr/>
            <a:lstStyle/>
            <a:p>
              <a:endParaRPr lang="en-US">
                <a:latin typeface="Arial Narrow" panose="020B0606020202030204" pitchFamily="34" charset="0"/>
              </a:endParaRPr>
            </a:p>
          </p:txBody>
        </p:sp>
        <p:sp>
          <p:nvSpPr>
            <p:cNvPr id="75" name="Text 15">
              <a:extLst>
                <a:ext uri="{FF2B5EF4-FFF2-40B4-BE49-F238E27FC236}">
                  <a16:creationId xmlns:a16="http://schemas.microsoft.com/office/drawing/2014/main" id="{0B72804A-D158-64AE-166A-6C97F705CE5B}"/>
                </a:ext>
              </a:extLst>
            </p:cNvPr>
            <p:cNvSpPr/>
            <p:nvPr/>
          </p:nvSpPr>
          <p:spPr>
            <a:xfrm>
              <a:off x="10668000" y="3264408"/>
              <a:ext cx="1463040" cy="426720"/>
            </a:xfrm>
            <a:prstGeom prst="rect">
              <a:avLst/>
            </a:prstGeom>
            <a:noFill/>
            <a:ln/>
          </p:spPr>
          <p:txBody>
            <a:bodyPr wrap="square" lIns="0" tIns="0" rIns="0" bIns="0" rtlCol="0" anchor="ctr"/>
            <a:lstStyle/>
            <a:p>
              <a:pPr algn="ctr"/>
              <a:r>
                <a:rPr lang="en-US" b="1" dirty="0">
                  <a:solidFill>
                    <a:srgbClr val="1A1A1A"/>
                  </a:solidFill>
                  <a:latin typeface="Arial Narrow" panose="020B0606020202030204" pitchFamily="34" charset="0"/>
                </a:rPr>
                <a:t>15/04</a:t>
              </a:r>
              <a:endParaRPr lang="en-US" dirty="0">
                <a:latin typeface="Arial Narrow" panose="020B0606020202030204" pitchFamily="34" charset="0"/>
              </a:endParaRPr>
            </a:p>
          </p:txBody>
        </p:sp>
        <p:sp>
          <p:nvSpPr>
            <p:cNvPr id="76" name="Shape 16">
              <a:extLst>
                <a:ext uri="{FF2B5EF4-FFF2-40B4-BE49-F238E27FC236}">
                  <a16:creationId xmlns:a16="http://schemas.microsoft.com/office/drawing/2014/main" id="{5670D8C7-2BE8-C520-5C59-CCEA3485974E}"/>
                </a:ext>
              </a:extLst>
            </p:cNvPr>
            <p:cNvSpPr/>
            <p:nvPr/>
          </p:nvSpPr>
          <p:spPr>
            <a:xfrm>
              <a:off x="11399520" y="4331208"/>
              <a:ext cx="0" cy="365760"/>
            </a:xfrm>
            <a:prstGeom prst="line">
              <a:avLst/>
            </a:prstGeom>
            <a:noFill/>
            <a:ln w="19050">
              <a:solidFill>
                <a:srgbClr val="7030A0"/>
              </a:solidFill>
              <a:prstDash val="solid"/>
            </a:ln>
          </p:spPr>
          <p:txBody>
            <a:bodyPr/>
            <a:lstStyle/>
            <a:p>
              <a:endParaRPr lang="en-US">
                <a:latin typeface="Arial Narrow" panose="020B0606020202030204" pitchFamily="34" charset="0"/>
              </a:endParaRPr>
            </a:p>
          </p:txBody>
        </p:sp>
        <p:sp>
          <p:nvSpPr>
            <p:cNvPr id="77" name="Shape 17">
              <a:extLst>
                <a:ext uri="{FF2B5EF4-FFF2-40B4-BE49-F238E27FC236}">
                  <a16:creationId xmlns:a16="http://schemas.microsoft.com/office/drawing/2014/main" id="{7984B531-CF21-DB33-DFB5-EE32D49D2863}"/>
                </a:ext>
              </a:extLst>
            </p:cNvPr>
            <p:cNvSpPr/>
            <p:nvPr/>
          </p:nvSpPr>
          <p:spPr>
            <a:xfrm>
              <a:off x="10363200" y="4623816"/>
              <a:ext cx="2072640" cy="1322729"/>
            </a:xfrm>
            <a:prstGeom prst="rect">
              <a:avLst/>
            </a:prstGeom>
            <a:solidFill>
              <a:srgbClr val="EAF5E3"/>
            </a:solidFill>
            <a:ln w="12700">
              <a:solidFill>
                <a:srgbClr val="5EAD3C"/>
              </a:solidFill>
              <a:prstDash val="solid"/>
            </a:ln>
          </p:spPr>
          <p:txBody>
            <a:bodyPr/>
            <a:lstStyle/>
            <a:p>
              <a:endParaRPr lang="en-US">
                <a:latin typeface="Arial Narrow" panose="020B0606020202030204" pitchFamily="34" charset="0"/>
              </a:endParaRPr>
            </a:p>
          </p:txBody>
        </p:sp>
        <p:sp>
          <p:nvSpPr>
            <p:cNvPr id="78" name="Text 18">
              <a:extLst>
                <a:ext uri="{FF2B5EF4-FFF2-40B4-BE49-F238E27FC236}">
                  <a16:creationId xmlns:a16="http://schemas.microsoft.com/office/drawing/2014/main" id="{723A7369-5CB3-E52C-A362-500A8B907255}"/>
                </a:ext>
              </a:extLst>
            </p:cNvPr>
            <p:cNvSpPr/>
            <p:nvPr/>
          </p:nvSpPr>
          <p:spPr>
            <a:xfrm>
              <a:off x="10399776" y="4757928"/>
              <a:ext cx="1999488" cy="987552"/>
            </a:xfrm>
            <a:prstGeom prst="rect">
              <a:avLst/>
            </a:prstGeom>
            <a:noFill/>
            <a:ln/>
          </p:spPr>
          <p:txBody>
            <a:bodyPr wrap="square" lIns="50800" tIns="50800" rIns="50800" bIns="50800" rtlCol="0" anchor="ctr"/>
            <a:lstStyle/>
            <a:p>
              <a:pPr algn="ctr"/>
              <a:r>
                <a:rPr lang="en-US" b="1" dirty="0">
                  <a:latin typeface="Arial Narrow" panose="020B0606020202030204" pitchFamily="34" charset="0"/>
                </a:rPr>
                <a:t>Final demo
&amp; submission</a:t>
              </a:r>
              <a:r>
                <a:rPr lang="en-US" b="1" dirty="0">
                  <a:solidFill>
                    <a:srgbClr val="224400"/>
                  </a:solidFill>
                  <a:latin typeface="Arial Narrow" panose="020B0606020202030204" pitchFamily="34" charset="0"/>
                </a:rPr>
                <a:t>
</a:t>
              </a:r>
              <a:r>
                <a:rPr lang="en-US" dirty="0">
                  <a:solidFill>
                    <a:schemeClr val="accent1"/>
                  </a:solidFill>
                  <a:latin typeface="Arial Narrow" panose="020B0606020202030204" pitchFamily="34" charset="0"/>
                </a:rPr>
                <a:t>Demo cuối</a:t>
              </a:r>
            </a:p>
            <a:p>
              <a:pPr algn="ctr"/>
              <a:r>
                <a:rPr lang="en-US" dirty="0">
                  <a:solidFill>
                    <a:schemeClr val="accent1"/>
                  </a:solidFill>
                  <a:latin typeface="Arial Narrow" panose="020B0606020202030204" pitchFamily="34" charset="0"/>
                </a:rPr>
                <a:t>và nộp báo cáo</a:t>
              </a:r>
            </a:p>
          </p:txBody>
        </p:sp>
        <p:sp>
          <p:nvSpPr>
            <p:cNvPr id="79" name="Shape 19">
              <a:extLst>
                <a:ext uri="{FF2B5EF4-FFF2-40B4-BE49-F238E27FC236}">
                  <a16:creationId xmlns:a16="http://schemas.microsoft.com/office/drawing/2014/main" id="{A1A4EEB7-2B41-9726-5218-8E6C64E46152}"/>
                </a:ext>
              </a:extLst>
            </p:cNvPr>
            <p:cNvSpPr/>
            <p:nvPr/>
          </p:nvSpPr>
          <p:spPr>
            <a:xfrm>
              <a:off x="1158240" y="3721608"/>
              <a:ext cx="4456176" cy="268224"/>
            </a:xfrm>
            <a:prstGeom prst="rect">
              <a:avLst/>
            </a:prstGeom>
            <a:solidFill>
              <a:srgbClr val="DDDDFF"/>
            </a:solidFill>
            <a:ln w="12700">
              <a:solidFill>
                <a:srgbClr val="7030A0"/>
              </a:solidFill>
              <a:prstDash val="solid"/>
            </a:ln>
          </p:spPr>
          <p:txBody>
            <a:bodyPr/>
            <a:lstStyle/>
            <a:p>
              <a:endParaRPr lang="en-US">
                <a:latin typeface="Arial Narrow" panose="020B0606020202030204" pitchFamily="34" charset="0"/>
              </a:endParaRPr>
            </a:p>
          </p:txBody>
        </p:sp>
        <p:sp>
          <p:nvSpPr>
            <p:cNvPr id="80" name="Text 20">
              <a:extLst>
                <a:ext uri="{FF2B5EF4-FFF2-40B4-BE49-F238E27FC236}">
                  <a16:creationId xmlns:a16="http://schemas.microsoft.com/office/drawing/2014/main" id="{C63CE9FB-97B3-47A2-877E-F4784E916D5D}"/>
                </a:ext>
              </a:extLst>
            </p:cNvPr>
            <p:cNvSpPr/>
            <p:nvPr/>
          </p:nvSpPr>
          <p:spPr>
            <a:xfrm>
              <a:off x="1158240" y="3721608"/>
              <a:ext cx="4456176" cy="268224"/>
            </a:xfrm>
            <a:prstGeom prst="rect">
              <a:avLst/>
            </a:prstGeom>
            <a:noFill/>
            <a:ln/>
          </p:spPr>
          <p:txBody>
            <a:bodyPr wrap="square" lIns="0" tIns="0" rIns="0" bIns="0" rtlCol="0" anchor="ctr"/>
            <a:lstStyle/>
            <a:p>
              <a:pPr algn="ctr"/>
              <a:r>
                <a:rPr lang="en-US" dirty="0">
                  <a:solidFill>
                    <a:srgbClr val="7030A0"/>
                  </a:solidFill>
                  <a:latin typeface="Arial Narrow" panose="020B0606020202030204" pitchFamily="34" charset="0"/>
                </a:rPr>
                <a:t>07 days work</a:t>
              </a:r>
              <a:endParaRPr lang="en-US" dirty="0">
                <a:latin typeface="Arial Narrow" panose="020B0606020202030204" pitchFamily="34" charset="0"/>
              </a:endParaRPr>
            </a:p>
          </p:txBody>
        </p:sp>
        <p:sp>
          <p:nvSpPr>
            <p:cNvPr id="81" name="Shape 21">
              <a:extLst>
                <a:ext uri="{FF2B5EF4-FFF2-40B4-BE49-F238E27FC236}">
                  <a16:creationId xmlns:a16="http://schemas.microsoft.com/office/drawing/2014/main" id="{53F38DA6-86A6-B4E3-8C44-51D330109A6D}"/>
                </a:ext>
              </a:extLst>
            </p:cNvPr>
            <p:cNvSpPr/>
            <p:nvPr/>
          </p:nvSpPr>
          <p:spPr>
            <a:xfrm>
              <a:off x="5907024" y="3721608"/>
              <a:ext cx="5346192" cy="262128"/>
            </a:xfrm>
            <a:prstGeom prst="rect">
              <a:avLst/>
            </a:prstGeom>
            <a:solidFill>
              <a:srgbClr val="DDDDFF"/>
            </a:solidFill>
            <a:ln w="12700">
              <a:solidFill>
                <a:srgbClr val="7030A0"/>
              </a:solidFill>
              <a:prstDash val="solid"/>
            </a:ln>
          </p:spPr>
          <p:txBody>
            <a:bodyPr/>
            <a:lstStyle/>
            <a:p>
              <a:endParaRPr lang="en-US">
                <a:latin typeface="Arial Narrow" panose="020B0606020202030204" pitchFamily="34" charset="0"/>
              </a:endParaRPr>
            </a:p>
          </p:txBody>
        </p:sp>
        <p:sp>
          <p:nvSpPr>
            <p:cNvPr id="82" name="Text 22">
              <a:extLst>
                <a:ext uri="{FF2B5EF4-FFF2-40B4-BE49-F238E27FC236}">
                  <a16:creationId xmlns:a16="http://schemas.microsoft.com/office/drawing/2014/main" id="{A31FA142-6194-DAD4-E391-104E42A62B25}"/>
                </a:ext>
              </a:extLst>
            </p:cNvPr>
            <p:cNvSpPr/>
            <p:nvPr/>
          </p:nvSpPr>
          <p:spPr>
            <a:xfrm>
              <a:off x="5907024" y="3721608"/>
              <a:ext cx="5181600" cy="268224"/>
            </a:xfrm>
            <a:prstGeom prst="rect">
              <a:avLst/>
            </a:prstGeom>
            <a:noFill/>
            <a:ln/>
          </p:spPr>
          <p:txBody>
            <a:bodyPr wrap="square" lIns="0" tIns="0" rIns="0" bIns="0" rtlCol="0" anchor="ctr"/>
            <a:lstStyle/>
            <a:p>
              <a:pPr algn="ctr"/>
              <a:r>
                <a:rPr lang="en-US" dirty="0">
                  <a:solidFill>
                    <a:srgbClr val="7030A0"/>
                  </a:solidFill>
                  <a:latin typeface="Arial Narrow" panose="020B0606020202030204" pitchFamily="34" charset="0"/>
                </a:rPr>
                <a:t>09 days work</a:t>
              </a:r>
              <a:endParaRPr lang="en-US" dirty="0">
                <a:latin typeface="Arial Narrow" panose="020B0606020202030204" pitchFamily="34" charset="0"/>
              </a:endParaRPr>
            </a:p>
          </p:txBody>
        </p:sp>
      </p:grpSp>
      <p:grpSp>
        <p:nvGrpSpPr>
          <p:cNvPr id="97" name="Group 96">
            <a:extLst>
              <a:ext uri="{FF2B5EF4-FFF2-40B4-BE49-F238E27FC236}">
                <a16:creationId xmlns:a16="http://schemas.microsoft.com/office/drawing/2014/main" id="{B37DCF5B-C985-8CD1-5FD7-0013C314E31C}"/>
              </a:ext>
            </a:extLst>
          </p:cNvPr>
          <p:cNvGrpSpPr/>
          <p:nvPr/>
        </p:nvGrpSpPr>
        <p:grpSpPr>
          <a:xfrm>
            <a:off x="300788" y="1369914"/>
            <a:ext cx="5608320" cy="2255520"/>
            <a:chOff x="320040" y="679834"/>
            <a:chExt cx="5608320" cy="2255520"/>
          </a:xfrm>
        </p:grpSpPr>
        <p:sp>
          <p:nvSpPr>
            <p:cNvPr id="83" name="Shape 23">
              <a:extLst>
                <a:ext uri="{FF2B5EF4-FFF2-40B4-BE49-F238E27FC236}">
                  <a16:creationId xmlns:a16="http://schemas.microsoft.com/office/drawing/2014/main" id="{7E1781AA-F06B-DB25-8B6C-05922DE8D960}"/>
                </a:ext>
              </a:extLst>
            </p:cNvPr>
            <p:cNvSpPr/>
            <p:nvPr/>
          </p:nvSpPr>
          <p:spPr>
            <a:xfrm>
              <a:off x="320040" y="679834"/>
              <a:ext cx="5608320" cy="426720"/>
            </a:xfrm>
            <a:prstGeom prst="rect">
              <a:avLst/>
            </a:prstGeom>
            <a:solidFill>
              <a:srgbClr val="5EAD3C"/>
            </a:solidFill>
            <a:ln w="12700">
              <a:solidFill>
                <a:srgbClr val="5EAD3C"/>
              </a:solidFill>
              <a:prstDash val="solid"/>
            </a:ln>
          </p:spPr>
          <p:txBody>
            <a:bodyPr/>
            <a:lstStyle/>
            <a:p>
              <a:endParaRPr lang="en-US">
                <a:latin typeface="Arial Narrow" panose="020B0606020202030204" pitchFamily="34" charset="0"/>
              </a:endParaRPr>
            </a:p>
          </p:txBody>
        </p:sp>
        <p:sp>
          <p:nvSpPr>
            <p:cNvPr id="84" name="Text 24">
              <a:extLst>
                <a:ext uri="{FF2B5EF4-FFF2-40B4-BE49-F238E27FC236}">
                  <a16:creationId xmlns:a16="http://schemas.microsoft.com/office/drawing/2014/main" id="{93F4CC0E-A718-B550-28CB-D6159BB3AC70}"/>
                </a:ext>
              </a:extLst>
            </p:cNvPr>
            <p:cNvSpPr/>
            <p:nvPr/>
          </p:nvSpPr>
          <p:spPr>
            <a:xfrm>
              <a:off x="320040" y="679834"/>
              <a:ext cx="5608320" cy="426720"/>
            </a:xfrm>
            <a:prstGeom prst="rect">
              <a:avLst/>
            </a:prstGeom>
            <a:noFill/>
            <a:ln/>
          </p:spPr>
          <p:txBody>
            <a:bodyPr wrap="square" lIns="0" tIns="0" rIns="0" bIns="0" rtlCol="0" anchor="ctr"/>
            <a:lstStyle/>
            <a:p>
              <a:pPr algn="ctr"/>
              <a:r>
                <a:rPr lang="en-US" b="1" dirty="0">
                  <a:solidFill>
                    <a:srgbClr val="FFFFFF"/>
                  </a:solidFill>
                  <a:latin typeface="Arial Narrow" panose="020B0606020202030204" pitchFamily="34" charset="0"/>
                </a:rPr>
                <a:t>Phase 1 – Code</a:t>
              </a:r>
              <a:endParaRPr lang="en-US" dirty="0">
                <a:latin typeface="Arial Narrow" panose="020B0606020202030204" pitchFamily="34" charset="0"/>
              </a:endParaRPr>
            </a:p>
          </p:txBody>
        </p:sp>
        <p:sp>
          <p:nvSpPr>
            <p:cNvPr id="85" name="Shape 25">
              <a:extLst>
                <a:ext uri="{FF2B5EF4-FFF2-40B4-BE49-F238E27FC236}">
                  <a16:creationId xmlns:a16="http://schemas.microsoft.com/office/drawing/2014/main" id="{A909EE50-E644-670C-3760-5CEFAF0B644F}"/>
                </a:ext>
              </a:extLst>
            </p:cNvPr>
            <p:cNvSpPr/>
            <p:nvPr/>
          </p:nvSpPr>
          <p:spPr>
            <a:xfrm>
              <a:off x="320040" y="1106554"/>
              <a:ext cx="5608320" cy="1828800"/>
            </a:xfrm>
            <a:prstGeom prst="rect">
              <a:avLst/>
            </a:prstGeom>
            <a:solidFill>
              <a:srgbClr val="FAFAFA"/>
            </a:solidFill>
            <a:ln w="12700">
              <a:solidFill>
                <a:srgbClr val="CCCCCC"/>
              </a:solidFill>
              <a:prstDash val="solid"/>
            </a:ln>
          </p:spPr>
          <p:txBody>
            <a:bodyPr/>
            <a:lstStyle/>
            <a:p>
              <a:endParaRPr lang="en-US">
                <a:latin typeface="Arial Narrow" panose="020B0606020202030204" pitchFamily="34" charset="0"/>
              </a:endParaRPr>
            </a:p>
          </p:txBody>
        </p:sp>
        <p:sp>
          <p:nvSpPr>
            <p:cNvPr id="86" name="Text 26">
              <a:extLst>
                <a:ext uri="{FF2B5EF4-FFF2-40B4-BE49-F238E27FC236}">
                  <a16:creationId xmlns:a16="http://schemas.microsoft.com/office/drawing/2014/main" id="{82B71F3E-7368-7DA8-815B-22F9F7AA97D0}"/>
                </a:ext>
              </a:extLst>
            </p:cNvPr>
            <p:cNvSpPr/>
            <p:nvPr/>
          </p:nvSpPr>
          <p:spPr>
            <a:xfrm>
              <a:off x="502920" y="1191898"/>
              <a:ext cx="5242560" cy="402336"/>
            </a:xfrm>
            <a:prstGeom prst="rect">
              <a:avLst/>
            </a:prstGeom>
            <a:noFill/>
            <a:ln/>
          </p:spPr>
          <p:txBody>
            <a:bodyPr wrap="square" lIns="33867" tIns="33867" rIns="33867" bIns="33867" rtlCol="0" anchor="ctr"/>
            <a:lstStyle/>
            <a:p>
              <a:r>
                <a:rPr lang="en-US" dirty="0">
                  <a:solidFill>
                    <a:srgbClr val="1A1A1A"/>
                  </a:solidFill>
                  <a:latin typeface="Arial Narrow" panose="020B0606020202030204" pitchFamily="34" charset="0"/>
                </a:rPr>
                <a:t>➤ Implement all 9 FSM states in C</a:t>
              </a:r>
              <a:endParaRPr lang="en-US" dirty="0">
                <a:latin typeface="Arial Narrow" panose="020B0606020202030204" pitchFamily="34" charset="0"/>
              </a:endParaRPr>
            </a:p>
          </p:txBody>
        </p:sp>
        <p:sp>
          <p:nvSpPr>
            <p:cNvPr id="87" name="Text 27">
              <a:extLst>
                <a:ext uri="{FF2B5EF4-FFF2-40B4-BE49-F238E27FC236}">
                  <a16:creationId xmlns:a16="http://schemas.microsoft.com/office/drawing/2014/main" id="{60E78708-FAD7-5D23-B1D6-4383F63C6F52}"/>
                </a:ext>
              </a:extLst>
            </p:cNvPr>
            <p:cNvSpPr/>
            <p:nvPr/>
          </p:nvSpPr>
          <p:spPr>
            <a:xfrm>
              <a:off x="502920" y="1618618"/>
              <a:ext cx="5242560" cy="402336"/>
            </a:xfrm>
            <a:prstGeom prst="rect">
              <a:avLst/>
            </a:prstGeom>
            <a:noFill/>
            <a:ln/>
          </p:spPr>
          <p:txBody>
            <a:bodyPr wrap="square" lIns="33867" tIns="33867" rIns="33867" bIns="33867" rtlCol="0" anchor="ctr"/>
            <a:lstStyle/>
            <a:p>
              <a:r>
                <a:rPr lang="en-US" dirty="0">
                  <a:solidFill>
                    <a:srgbClr val="1A1A1A"/>
                  </a:solidFill>
                  <a:latin typeface="Arial Narrow" panose="020B0606020202030204" pitchFamily="34" charset="0"/>
                </a:rPr>
                <a:t>➤ Timer 0/1/2 config &amp; ISR</a:t>
              </a:r>
              <a:endParaRPr lang="en-US" dirty="0">
                <a:latin typeface="Arial Narrow" panose="020B0606020202030204" pitchFamily="34" charset="0"/>
              </a:endParaRPr>
            </a:p>
          </p:txBody>
        </p:sp>
        <p:sp>
          <p:nvSpPr>
            <p:cNvPr id="88" name="Text 28">
              <a:extLst>
                <a:ext uri="{FF2B5EF4-FFF2-40B4-BE49-F238E27FC236}">
                  <a16:creationId xmlns:a16="http://schemas.microsoft.com/office/drawing/2014/main" id="{AC92FDD4-7DAB-C24C-45AE-61EC6720D3FA}"/>
                </a:ext>
              </a:extLst>
            </p:cNvPr>
            <p:cNvSpPr/>
            <p:nvPr/>
          </p:nvSpPr>
          <p:spPr>
            <a:xfrm>
              <a:off x="502920" y="2045338"/>
              <a:ext cx="5242560" cy="402336"/>
            </a:xfrm>
            <a:prstGeom prst="rect">
              <a:avLst/>
            </a:prstGeom>
            <a:noFill/>
            <a:ln/>
          </p:spPr>
          <p:txBody>
            <a:bodyPr wrap="square" lIns="33867" tIns="33867" rIns="33867" bIns="33867" rtlCol="0" anchor="ctr"/>
            <a:lstStyle/>
            <a:p>
              <a:r>
                <a:rPr lang="en-US" dirty="0">
                  <a:solidFill>
                    <a:srgbClr val="1A1A1A"/>
                  </a:solidFill>
                  <a:latin typeface="Arial Narrow" panose="020B0606020202030204" pitchFamily="34" charset="0"/>
                </a:rPr>
                <a:t>➤ Motor lookup table + chatter filter</a:t>
              </a:r>
              <a:endParaRPr lang="en-US" dirty="0">
                <a:latin typeface="Arial Narrow" panose="020B0606020202030204" pitchFamily="34" charset="0"/>
              </a:endParaRPr>
            </a:p>
          </p:txBody>
        </p:sp>
        <p:sp>
          <p:nvSpPr>
            <p:cNvPr id="89" name="Text 29">
              <a:extLst>
                <a:ext uri="{FF2B5EF4-FFF2-40B4-BE49-F238E27FC236}">
                  <a16:creationId xmlns:a16="http://schemas.microsoft.com/office/drawing/2014/main" id="{E4C269B1-0E63-5FD7-C5D4-01EBF1B1B630}"/>
                </a:ext>
              </a:extLst>
            </p:cNvPr>
            <p:cNvSpPr/>
            <p:nvPr/>
          </p:nvSpPr>
          <p:spPr>
            <a:xfrm>
              <a:off x="502920" y="2472058"/>
              <a:ext cx="5242560" cy="402336"/>
            </a:xfrm>
            <a:prstGeom prst="rect">
              <a:avLst/>
            </a:prstGeom>
            <a:noFill/>
            <a:ln/>
          </p:spPr>
          <p:txBody>
            <a:bodyPr wrap="square" lIns="33867" tIns="33867" rIns="33867" bIns="33867" rtlCol="0" anchor="ctr"/>
            <a:lstStyle/>
            <a:p>
              <a:r>
                <a:rPr lang="en-US" dirty="0">
                  <a:solidFill>
                    <a:srgbClr val="1A1A1A"/>
                  </a:solidFill>
                  <a:latin typeface="Arial Narrow" panose="020B0606020202030204" pitchFamily="34" charset="0"/>
                </a:rPr>
                <a:t>➤ HC-SR04 distance measurement</a:t>
              </a:r>
              <a:endParaRPr lang="en-US" dirty="0">
                <a:latin typeface="Arial Narrow" panose="020B0606020202030204" pitchFamily="34" charset="0"/>
              </a:endParaRPr>
            </a:p>
          </p:txBody>
        </p:sp>
      </p:grpSp>
      <p:grpSp>
        <p:nvGrpSpPr>
          <p:cNvPr id="98" name="Group 97">
            <a:extLst>
              <a:ext uri="{FF2B5EF4-FFF2-40B4-BE49-F238E27FC236}">
                <a16:creationId xmlns:a16="http://schemas.microsoft.com/office/drawing/2014/main" id="{D6CFCB94-BC8F-D9F4-4640-4E2EE44EE15F}"/>
              </a:ext>
            </a:extLst>
          </p:cNvPr>
          <p:cNvGrpSpPr/>
          <p:nvPr/>
        </p:nvGrpSpPr>
        <p:grpSpPr>
          <a:xfrm>
            <a:off x="6285879" y="1369914"/>
            <a:ext cx="5608320" cy="2255520"/>
            <a:chOff x="6583680" y="1158240"/>
            <a:chExt cx="5608320" cy="2255520"/>
          </a:xfrm>
        </p:grpSpPr>
        <p:sp>
          <p:nvSpPr>
            <p:cNvPr id="90" name="Shape 30">
              <a:extLst>
                <a:ext uri="{FF2B5EF4-FFF2-40B4-BE49-F238E27FC236}">
                  <a16:creationId xmlns:a16="http://schemas.microsoft.com/office/drawing/2014/main" id="{4F1176C6-B113-1B1E-3F5C-B842A48392EA}"/>
                </a:ext>
              </a:extLst>
            </p:cNvPr>
            <p:cNvSpPr/>
            <p:nvPr/>
          </p:nvSpPr>
          <p:spPr>
            <a:xfrm>
              <a:off x="6583680" y="1158240"/>
              <a:ext cx="5608320" cy="426720"/>
            </a:xfrm>
            <a:prstGeom prst="rect">
              <a:avLst/>
            </a:prstGeom>
            <a:solidFill>
              <a:srgbClr val="4472C4"/>
            </a:solidFill>
            <a:ln w="12700">
              <a:solidFill>
                <a:srgbClr val="4472C4"/>
              </a:solidFill>
              <a:prstDash val="solid"/>
            </a:ln>
          </p:spPr>
          <p:txBody>
            <a:bodyPr/>
            <a:lstStyle/>
            <a:p>
              <a:endParaRPr lang="en-US">
                <a:latin typeface="Arial Narrow" panose="020B0606020202030204" pitchFamily="34" charset="0"/>
              </a:endParaRPr>
            </a:p>
          </p:txBody>
        </p:sp>
        <p:sp>
          <p:nvSpPr>
            <p:cNvPr id="91" name="Text 31">
              <a:extLst>
                <a:ext uri="{FF2B5EF4-FFF2-40B4-BE49-F238E27FC236}">
                  <a16:creationId xmlns:a16="http://schemas.microsoft.com/office/drawing/2014/main" id="{7B88BA7B-BF72-BB32-3C16-C6864DAB4E9C}"/>
                </a:ext>
              </a:extLst>
            </p:cNvPr>
            <p:cNvSpPr/>
            <p:nvPr/>
          </p:nvSpPr>
          <p:spPr>
            <a:xfrm>
              <a:off x="6583680" y="1158240"/>
              <a:ext cx="5608320" cy="426720"/>
            </a:xfrm>
            <a:prstGeom prst="rect">
              <a:avLst/>
            </a:prstGeom>
            <a:noFill/>
            <a:ln/>
          </p:spPr>
          <p:txBody>
            <a:bodyPr wrap="square" lIns="0" tIns="0" rIns="0" bIns="0" rtlCol="0" anchor="ctr"/>
            <a:lstStyle/>
            <a:p>
              <a:pPr algn="ctr"/>
              <a:r>
                <a:rPr lang="en-US" b="1" dirty="0">
                  <a:solidFill>
                    <a:srgbClr val="FFFFFF"/>
                  </a:solidFill>
                  <a:latin typeface="Arial Narrow" panose="020B0606020202030204" pitchFamily="34" charset="0"/>
                </a:rPr>
                <a:t>Phase 2 – Test</a:t>
              </a:r>
              <a:endParaRPr lang="en-US" dirty="0">
                <a:latin typeface="Arial Narrow" panose="020B0606020202030204" pitchFamily="34" charset="0"/>
              </a:endParaRPr>
            </a:p>
          </p:txBody>
        </p:sp>
        <p:sp>
          <p:nvSpPr>
            <p:cNvPr id="92" name="Shape 32">
              <a:extLst>
                <a:ext uri="{FF2B5EF4-FFF2-40B4-BE49-F238E27FC236}">
                  <a16:creationId xmlns:a16="http://schemas.microsoft.com/office/drawing/2014/main" id="{0AD36B46-0594-D923-578D-B0296306022A}"/>
                </a:ext>
              </a:extLst>
            </p:cNvPr>
            <p:cNvSpPr/>
            <p:nvPr/>
          </p:nvSpPr>
          <p:spPr>
            <a:xfrm>
              <a:off x="6583680" y="1584960"/>
              <a:ext cx="5608320" cy="1828800"/>
            </a:xfrm>
            <a:prstGeom prst="rect">
              <a:avLst/>
            </a:prstGeom>
            <a:solidFill>
              <a:srgbClr val="FAFAFA"/>
            </a:solidFill>
            <a:ln w="12700">
              <a:solidFill>
                <a:srgbClr val="CCCCCC"/>
              </a:solidFill>
              <a:prstDash val="solid"/>
            </a:ln>
          </p:spPr>
          <p:txBody>
            <a:bodyPr/>
            <a:lstStyle/>
            <a:p>
              <a:endParaRPr lang="en-US">
                <a:latin typeface="Arial Narrow" panose="020B0606020202030204" pitchFamily="34" charset="0"/>
              </a:endParaRPr>
            </a:p>
          </p:txBody>
        </p:sp>
        <p:sp>
          <p:nvSpPr>
            <p:cNvPr id="93" name="Text 33">
              <a:extLst>
                <a:ext uri="{FF2B5EF4-FFF2-40B4-BE49-F238E27FC236}">
                  <a16:creationId xmlns:a16="http://schemas.microsoft.com/office/drawing/2014/main" id="{27EF0A7B-0BCC-1A1D-517A-7226C2A46E0F}"/>
                </a:ext>
              </a:extLst>
            </p:cNvPr>
            <p:cNvSpPr/>
            <p:nvPr/>
          </p:nvSpPr>
          <p:spPr>
            <a:xfrm>
              <a:off x="6766560" y="1670304"/>
              <a:ext cx="5242560" cy="402336"/>
            </a:xfrm>
            <a:prstGeom prst="rect">
              <a:avLst/>
            </a:prstGeom>
            <a:noFill/>
            <a:ln/>
          </p:spPr>
          <p:txBody>
            <a:bodyPr wrap="square" lIns="33867" tIns="33867" rIns="33867" bIns="33867" rtlCol="0" anchor="ctr"/>
            <a:lstStyle/>
            <a:p>
              <a:r>
                <a:rPr lang="en-US" dirty="0">
                  <a:solidFill>
                    <a:srgbClr val="1A1A1A"/>
                  </a:solidFill>
                  <a:latin typeface="Arial Narrow" panose="020B0606020202030204" pitchFamily="34" charset="0"/>
                </a:rPr>
                <a:t>➤ Unit test each state independently</a:t>
              </a:r>
              <a:endParaRPr lang="en-US" dirty="0">
                <a:latin typeface="Arial Narrow" panose="020B0606020202030204" pitchFamily="34" charset="0"/>
              </a:endParaRPr>
            </a:p>
          </p:txBody>
        </p:sp>
        <p:sp>
          <p:nvSpPr>
            <p:cNvPr id="94" name="Text 34">
              <a:extLst>
                <a:ext uri="{FF2B5EF4-FFF2-40B4-BE49-F238E27FC236}">
                  <a16:creationId xmlns:a16="http://schemas.microsoft.com/office/drawing/2014/main" id="{588075F7-FDEA-1FAD-5E7E-09FAB5BBF1D0}"/>
                </a:ext>
              </a:extLst>
            </p:cNvPr>
            <p:cNvSpPr/>
            <p:nvPr/>
          </p:nvSpPr>
          <p:spPr>
            <a:xfrm>
              <a:off x="6766560" y="2097024"/>
              <a:ext cx="5242560" cy="402336"/>
            </a:xfrm>
            <a:prstGeom prst="rect">
              <a:avLst/>
            </a:prstGeom>
            <a:noFill/>
            <a:ln/>
          </p:spPr>
          <p:txBody>
            <a:bodyPr wrap="square" lIns="33867" tIns="33867" rIns="33867" bIns="33867" rtlCol="0" anchor="ctr"/>
            <a:lstStyle/>
            <a:p>
              <a:r>
                <a:rPr lang="en-US" dirty="0">
                  <a:solidFill>
                    <a:srgbClr val="1A1A1A"/>
                  </a:solidFill>
                  <a:latin typeface="Arial Narrow" panose="020B0606020202030204" pitchFamily="34" charset="0"/>
                </a:rPr>
                <a:t>➤ Hardware integration test on track</a:t>
              </a:r>
              <a:endParaRPr lang="en-US" dirty="0">
                <a:latin typeface="Arial Narrow" panose="020B0606020202030204" pitchFamily="34" charset="0"/>
              </a:endParaRPr>
            </a:p>
          </p:txBody>
        </p:sp>
        <p:sp>
          <p:nvSpPr>
            <p:cNvPr id="95" name="Text 35">
              <a:extLst>
                <a:ext uri="{FF2B5EF4-FFF2-40B4-BE49-F238E27FC236}">
                  <a16:creationId xmlns:a16="http://schemas.microsoft.com/office/drawing/2014/main" id="{BAE6FEBF-0A83-6E07-40CF-AE46D356E452}"/>
                </a:ext>
              </a:extLst>
            </p:cNvPr>
            <p:cNvSpPr/>
            <p:nvPr/>
          </p:nvSpPr>
          <p:spPr>
            <a:xfrm>
              <a:off x="6766560" y="2523744"/>
              <a:ext cx="5242560" cy="402336"/>
            </a:xfrm>
            <a:prstGeom prst="rect">
              <a:avLst/>
            </a:prstGeom>
            <a:noFill/>
            <a:ln/>
          </p:spPr>
          <p:txBody>
            <a:bodyPr wrap="square" lIns="33867" tIns="33867" rIns="33867" bIns="33867" rtlCol="0" anchor="ctr"/>
            <a:lstStyle/>
            <a:p>
              <a:r>
                <a:rPr lang="en-US" dirty="0">
                  <a:solidFill>
                    <a:srgbClr val="1A1A1A"/>
                  </a:solidFill>
                  <a:latin typeface="Arial Narrow" panose="020B0606020202030204" pitchFamily="34" charset="0"/>
                </a:rPr>
                <a:t>➤ Tune STOP_CM, BACK_MS, CHATTER_N</a:t>
              </a:r>
              <a:endParaRPr lang="en-US" dirty="0">
                <a:latin typeface="Arial Narrow" panose="020B0606020202030204" pitchFamily="34" charset="0"/>
              </a:endParaRPr>
            </a:p>
          </p:txBody>
        </p:sp>
        <p:sp>
          <p:nvSpPr>
            <p:cNvPr id="96" name="Text 36">
              <a:extLst>
                <a:ext uri="{FF2B5EF4-FFF2-40B4-BE49-F238E27FC236}">
                  <a16:creationId xmlns:a16="http://schemas.microsoft.com/office/drawing/2014/main" id="{A85167BD-97A4-C89D-155E-6E332A758DA2}"/>
                </a:ext>
              </a:extLst>
            </p:cNvPr>
            <p:cNvSpPr/>
            <p:nvPr/>
          </p:nvSpPr>
          <p:spPr>
            <a:xfrm>
              <a:off x="6766560" y="2950464"/>
              <a:ext cx="5242560" cy="402336"/>
            </a:xfrm>
            <a:prstGeom prst="rect">
              <a:avLst/>
            </a:prstGeom>
            <a:noFill/>
            <a:ln/>
          </p:spPr>
          <p:txBody>
            <a:bodyPr wrap="square" lIns="33867" tIns="33867" rIns="33867" bIns="33867" rtlCol="0" anchor="ctr"/>
            <a:lstStyle/>
            <a:p>
              <a:r>
                <a:rPr lang="en-US" dirty="0">
                  <a:solidFill>
                    <a:srgbClr val="1A1A1A"/>
                  </a:solidFill>
                  <a:latin typeface="Arial Narrow" panose="020B0606020202030204" pitchFamily="34" charset="0"/>
                </a:rPr>
                <a:t>➤ Demo &amp; final submission</a:t>
              </a:r>
              <a:endParaRPr lang="en-US" dirty="0">
                <a:latin typeface="Arial Narrow" panose="020B0606020202030204" pitchFamily="34" charset="0"/>
              </a:endParaRPr>
            </a:p>
          </p:txBody>
        </p:sp>
      </p:grpSp>
      <p:graphicFrame>
        <p:nvGraphicFramePr>
          <p:cNvPr id="2" name="Diagram 1">
            <a:extLst>
              <a:ext uri="{FF2B5EF4-FFF2-40B4-BE49-F238E27FC236}">
                <a16:creationId xmlns:a16="http://schemas.microsoft.com/office/drawing/2014/main" id="{59CC7840-C4DF-DD4A-719C-ED7F3E986A7A}"/>
              </a:ext>
            </a:extLst>
          </p:cNvPr>
          <p:cNvGraphicFramePr/>
          <p:nvPr>
            <p:extLst>
              <p:ext uri="{D42A27DB-BD31-4B8C-83A1-F6EECF244321}">
                <p14:modId xmlns:p14="http://schemas.microsoft.com/office/powerpoint/2010/main" val="343635215"/>
              </p:ext>
            </p:extLst>
          </p:nvPr>
        </p:nvGraphicFramePr>
        <p:xfrm>
          <a:off x="635290" y="193845"/>
          <a:ext cx="3006784" cy="8991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228879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66AB227-7A6E-F644-5DB3-B50F75673C2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F05A076-E88F-3C67-9B36-B53BF9CD07C3}"/>
              </a:ext>
            </a:extLst>
          </p:cNvPr>
          <p:cNvSpPr txBox="1"/>
          <p:nvPr/>
        </p:nvSpPr>
        <p:spPr>
          <a:xfrm>
            <a:off x="535237" y="278547"/>
            <a:ext cx="11121525" cy="5047536"/>
          </a:xfrm>
          <a:prstGeom prst="rect">
            <a:avLst/>
          </a:prstGeom>
          <a:noFill/>
        </p:spPr>
        <p:txBody>
          <a:bodyPr wrap="square" rtlCol="0">
            <a:spAutoFit/>
          </a:bodyPr>
          <a:lstStyle/>
          <a:p>
            <a:r>
              <a:rPr lang="en-US" sz="1400" dirty="0" err="1"/>
              <a:t>Có</a:t>
            </a:r>
            <a:r>
              <a:rPr lang="en-US" sz="1400" dirty="0"/>
              <a:t> </a:t>
            </a:r>
            <a:r>
              <a:rPr lang="en-US" sz="1400" dirty="0" err="1"/>
              <a:t>nên</a:t>
            </a:r>
            <a:r>
              <a:rPr lang="en-US" sz="1400" dirty="0"/>
              <a:t> </a:t>
            </a:r>
            <a:r>
              <a:rPr lang="en-US" sz="1400" dirty="0" err="1"/>
              <a:t>sử</a:t>
            </a:r>
            <a:r>
              <a:rPr lang="en-US" sz="1400" dirty="0"/>
              <a:t> </a:t>
            </a:r>
            <a:r>
              <a:rPr lang="en-US" sz="1400" dirty="0" err="1"/>
              <a:t>dụng</a:t>
            </a:r>
            <a:r>
              <a:rPr lang="en-US" sz="1400" dirty="0"/>
              <a:t> chartering </a:t>
            </a:r>
            <a:r>
              <a:rPr lang="en-US" sz="1400" dirty="0" err="1"/>
              <a:t>không</a:t>
            </a:r>
            <a:r>
              <a:rPr lang="en-US" sz="1400" dirty="0"/>
              <a:t>?</a:t>
            </a:r>
          </a:p>
          <a:p>
            <a:r>
              <a:rPr lang="vi-VN" sz="1400" dirty="0"/>
              <a:t>Loại bỏ nhiễu (Spike/Glitch): Các cảm biến hồng ngoại dễ bị nhiễu bởi ánh sáng môi trường hoặc rung động cơ khí. Bộ lọc N=3 sẽ loại bỏ các tín hiệu nhiễu kéo dài ≤4ms (tương đương 2 chu kỳ lấy mẫu)</a:t>
            </a:r>
          </a:p>
          <a:p>
            <a:r>
              <a:rPr lang="vi-VN" sz="1400" dirty="0"/>
              <a:t>Tránh "giật lái": Nếu không có bộ lọc (độ trễ 0ms), xe sẽ phản ứng tức thì với mọi xung nhiễu nhỏ, dẫn đến hiện tượng bánh lái bị giật hoặc xe đi không ổn định</a:t>
            </a:r>
          </a:p>
          <a:p>
            <a:r>
              <a:rPr lang="vi-VN" sz="1400" dirty="0"/>
              <a:t>Sự cân bằng tối ưu: Mức trễ 6ms được đánh giá là điểm "cân bằng tốt nhất" (Best balance) cho robot chạy trên track thông thường trong nhà</a:t>
            </a:r>
            <a:endParaRPr lang="en-US" sz="1400" dirty="0"/>
          </a:p>
          <a:p>
            <a:r>
              <a:rPr lang="vi-VN" sz="1400" dirty="0"/>
              <a:t>Nó đủ nhanh để xe không bị văng khỏi line nhưng đủ chậm để lọc sạch nhiễu điện từ từ motor</a:t>
            </a:r>
          </a:p>
          <a:p>
            <a:endParaRPr lang="en-US" sz="1400" dirty="0"/>
          </a:p>
          <a:p>
            <a:r>
              <a:rPr lang="vi-VN" sz="1400" b="1" dirty="0"/>
              <a:t>Hệ thống sử dụng phương pháp lọc nhiễu dựa trên cửa sổ trượt kết hợp với majority voting. Cách này cho phép hệ thống liên tục cập nhật giá trị cảm biến theo thời gian thực, đồng thời loại bỏ các nhiễu tức thời. So với phương pháp đọc nhiều lần rời rạc, phương pháp này cho tín hiệu ổn định và mượt hơn, phù hợp với yêu cầu điều khiển xe dò line.</a:t>
            </a:r>
            <a:endParaRPr lang="en-US" sz="1400" b="1" dirty="0"/>
          </a:p>
          <a:p>
            <a:r>
              <a:rPr lang="en-US" sz="1400" b="1" dirty="0" err="1"/>
              <a:t>Có</a:t>
            </a:r>
            <a:r>
              <a:rPr lang="en-US" sz="1400" b="1" dirty="0"/>
              <a:t> </a:t>
            </a:r>
            <a:r>
              <a:rPr lang="en-US" sz="1400" b="1" dirty="0" err="1"/>
              <a:t>gây</a:t>
            </a:r>
            <a:r>
              <a:rPr lang="en-US" sz="1400" b="1" dirty="0"/>
              <a:t> </a:t>
            </a:r>
            <a:r>
              <a:rPr lang="en-US" sz="1400" b="1" dirty="0" err="1"/>
              <a:t>trễ</a:t>
            </a:r>
            <a:r>
              <a:rPr lang="en-US" sz="1400" b="1" dirty="0"/>
              <a:t> </a:t>
            </a:r>
            <a:r>
              <a:rPr lang="en-US" sz="1400" b="1" dirty="0" err="1"/>
              <a:t>với</a:t>
            </a:r>
            <a:r>
              <a:rPr lang="en-US" sz="1400" b="1" dirty="0"/>
              <a:t> 6ms?</a:t>
            </a:r>
          </a:p>
          <a:p>
            <a:r>
              <a:rPr lang="vi-VN" sz="1400" b="1" dirty="0"/>
              <a:t>Kết luận: Sử dụng cơ chế này có gây trễ (6ms), nhưng đây là độ trễ logic có chủ đích để lọc nhiễu. Nó không làm xe chạy sai mà giúp xe đi thẳng mượt mà hơn và xử lý các trạng thái mất line hoặc ngã 4 chính xác hơn</a:t>
            </a:r>
            <a:r>
              <a:rPr lang="en-US" sz="1400" b="1" dirty="0"/>
              <a:t>.</a:t>
            </a:r>
          </a:p>
          <a:p>
            <a:endParaRPr lang="en-US" sz="1400" b="1" dirty="0"/>
          </a:p>
          <a:p>
            <a:r>
              <a:rPr lang="en-US" sz="1400" dirty="0" err="1"/>
              <a:t>Mức</a:t>
            </a:r>
            <a:r>
              <a:rPr lang="en-US" sz="1400" dirty="0"/>
              <a:t> </a:t>
            </a:r>
            <a:r>
              <a:rPr lang="en-US" sz="1400" dirty="0" err="1"/>
              <a:t>độ</a:t>
            </a:r>
            <a:r>
              <a:rPr lang="en-US" sz="1400" dirty="0"/>
              <a:t> </a:t>
            </a:r>
            <a:r>
              <a:rPr lang="en-US" sz="1400" dirty="0" err="1"/>
              <a:t>ưu</a:t>
            </a:r>
            <a:r>
              <a:rPr lang="en-US" sz="1400" dirty="0"/>
              <a:t> </a:t>
            </a:r>
            <a:r>
              <a:rPr lang="en-US" sz="1400" dirty="0" err="1"/>
              <a:t>tiên</a:t>
            </a:r>
            <a:r>
              <a:rPr lang="en-US" sz="1400" dirty="0"/>
              <a:t> </a:t>
            </a:r>
            <a:r>
              <a:rPr lang="en-US" sz="1400" dirty="0" err="1"/>
              <a:t>ngắt</a:t>
            </a:r>
            <a:r>
              <a:rPr lang="en-US" sz="1400" dirty="0"/>
              <a:t> timer?</a:t>
            </a:r>
          </a:p>
          <a:p>
            <a:r>
              <a:rPr lang="en-US" sz="1400" dirty="0"/>
              <a:t>1. </a:t>
            </a:r>
            <a:r>
              <a:rPr lang="vi-VN" sz="1400" dirty="0"/>
              <a:t>Ưu tiên Cao nhất (High Priority): Timer1 (Cảm biến siêu âm)</a:t>
            </a:r>
            <a:endParaRPr lang="en-US" sz="1400" dirty="0"/>
          </a:p>
          <a:p>
            <a:r>
              <a:rPr lang="vi-VN" sz="1400" dirty="0"/>
              <a:t>Lý do: Timer1 được sử dụng để đo độ rộng xung Echo từ cảm biến HC-SR04</a:t>
            </a:r>
            <a:r>
              <a:rPr lang="en-US" sz="1400" dirty="0"/>
              <a:t>.</a:t>
            </a:r>
          </a:p>
          <a:p>
            <a:r>
              <a:rPr lang="vi-VN" sz="1400" dirty="0"/>
              <a:t>Việc xác định khoảng cách 50mm yêu cầu độ chính xác ở mức micro giây (</a:t>
            </a:r>
            <a:r>
              <a:rPr lang="el-GR" sz="1400" dirty="0"/>
              <a:t>μ</a:t>
            </a:r>
            <a:r>
              <a:rPr lang="vi-VN" sz="1400" dirty="0"/>
              <a:t>s).</a:t>
            </a:r>
            <a:endParaRPr lang="en-US" sz="1400" dirty="0"/>
          </a:p>
          <a:p>
            <a:r>
              <a:rPr lang="vi-VN" sz="1400" dirty="0"/>
              <a:t>2. Ưu tiên Trung bình/Thấp (Low Priority): Timer0 (System Tick 1ms, LED, Chartering)</a:t>
            </a:r>
          </a:p>
          <a:p>
            <a:r>
              <a:rPr lang="vi-VN" sz="1400" dirty="0"/>
              <a:t>Lý do: Timer0 giữ vai trò "nhịp tim" của hệ thống, tăng biến ms_tick mỗi 1ms để quản lý máy trạng thái (FSM) và điều khiển LED</a:t>
            </a:r>
            <a:r>
              <a:rPr lang="en-US" sz="1400" dirty="0"/>
              <a:t>.</a:t>
            </a:r>
          </a:p>
          <a:p>
            <a:r>
              <a:rPr lang="vi-VN" sz="1400" dirty="0"/>
              <a:t>3. Ưu tiên Thấp nhất: Timer2 (Duty Cycle/PWM cho Động cơ)</a:t>
            </a:r>
          </a:p>
          <a:p>
            <a:r>
              <a:rPr lang="vi-VN" sz="1400" dirty="0"/>
              <a:t>Lý do: Timer2 trên PIC18F2685 đóng vai trò là bộ đếm cơ sở cho module PWM phần cứng</a:t>
            </a:r>
            <a:r>
              <a:rPr lang="en-US" sz="1400" dirty="0"/>
              <a:t>.</a:t>
            </a:r>
          </a:p>
          <a:p>
            <a:endParaRPr lang="vi-VN" sz="1400" dirty="0"/>
          </a:p>
        </p:txBody>
      </p:sp>
    </p:spTree>
    <p:extLst>
      <p:ext uri="{BB962C8B-B14F-4D97-AF65-F5344CB8AC3E}">
        <p14:creationId xmlns:p14="http://schemas.microsoft.com/office/powerpoint/2010/main" val="2011937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0905C45-8B02-924F-A1A1-8C3E5B561A6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86C6662-523A-F9C0-8E8F-AE4BBA7B51D7}"/>
              </a:ext>
            </a:extLst>
          </p:cNvPr>
          <p:cNvSpPr txBox="1"/>
          <p:nvPr/>
        </p:nvSpPr>
        <p:spPr>
          <a:xfrm>
            <a:off x="535237" y="278547"/>
            <a:ext cx="11121525" cy="4616648"/>
          </a:xfrm>
          <a:prstGeom prst="rect">
            <a:avLst/>
          </a:prstGeom>
          <a:noFill/>
        </p:spPr>
        <p:txBody>
          <a:bodyPr wrap="square" rtlCol="0">
            <a:spAutoFit/>
          </a:bodyPr>
          <a:lstStyle/>
          <a:p>
            <a:r>
              <a:rPr lang="vi-VN" sz="1400" dirty="0"/>
              <a:t>1. Phù hợp với thuật toán Lookup Table 8 Pattern</a:t>
            </a:r>
          </a:p>
          <a:p>
            <a:r>
              <a:rPr lang="vi-VN" sz="1400" dirty="0"/>
              <a:t>Hệ thống không dùng PID mà sử dụng bảng tra cứu (Lookup Table) để ánh xạ trực tiếp 8 trạng thái bit (từ 000 đến 111) sang lệnh điều khiển motor</a:t>
            </a:r>
          </a:p>
          <a:p>
            <a:r>
              <a:rPr lang="vi-VN" sz="1400" dirty="0"/>
              <a:t>Duy trì trạng thái đi thẳng (010): Khoảng cách 33mm đảm bảo khi xe đi thẳng, chỉ có cảm biến giữa (SM) nằm trên vạch, trong khi hai cảm biến biên (SL, SR) nằm hoàn toàn ở vùng nền trắng</a:t>
            </a:r>
          </a:p>
          <a:p>
            <a:r>
              <a:rPr lang="vi-VN" sz="1400" dirty="0"/>
              <a:t>Phân cấp lệnh rẽ: Vùng 8mm này đóng vai trò như một "vùng an toàn" giúp phân biệt rõ rệt giữa Lệch nhẹ (011/110) và Lệch mạnh (001/100)</a:t>
            </a:r>
            <a:endParaRPr lang="en-US" sz="1400" dirty="0"/>
          </a:p>
          <a:p>
            <a:r>
              <a:rPr lang="vi-VN" sz="1400" dirty="0"/>
              <a:t>Nếu khoảng cách quá hẹp, các trạng thái này sẽ bị chồng lấn, gây ra hiện tượng xe đánh lái liên tục (giật lái).</a:t>
            </a:r>
          </a:p>
          <a:p>
            <a:r>
              <a:rPr lang="vi-VN" sz="1400" dirty="0"/>
              <a:t>2. Tác dụng hỗ trợ của bộ lọc nhiễu Chatter</a:t>
            </a:r>
          </a:p>
          <a:p>
            <a:r>
              <a:rPr lang="vi-VN" sz="1400" dirty="0"/>
              <a:t>Độ ổn định không chỉ đến từ khoảng cách vật lý mà còn nhờ thuật toán lọc nhiễu Chatter Filter (N=3)</a:t>
            </a:r>
          </a:p>
          <a:p>
            <a:r>
              <a:rPr lang="vi-VN" sz="1400" dirty="0"/>
              <a:t>Dù xe có rung động cơ học khiến cảm biến mấp mé mép line, bộ lọc sẽ yêu cầu 3 mẫu liên tiếp giống nhau (trễ khoảng 6ms) mới xác nhận thay đổi trạng thái</a:t>
            </a:r>
          </a:p>
          <a:p>
            <a:r>
              <a:rPr lang="vi-VN" sz="1400" dirty="0"/>
              <a:t>Khoảng cách 33mm kết hợp với bộ lọc này giúp loại bỏ các xung nhiễu tức thời (spikes) khi cảm biến đi ngang qua ranh giới giữa line đen và nền trắng</a:t>
            </a:r>
          </a:p>
          <a:p>
            <a:r>
              <a:rPr lang="vi-VN" sz="1400" dirty="0"/>
              <a:t>3. Đảm bảo nhận diện Giao lộ (Junction) ổn định</a:t>
            </a:r>
          </a:p>
          <a:p>
            <a:r>
              <a:rPr lang="vi-VN" sz="1400" dirty="0"/>
              <a:t>Với tổng khoảng cách 66mm, khi xe đi vào ngã 4 (trạng thái 111), hệ thống sẽ có vùng bao phủ đủ rộng để cả 3 cảm biến cùng nhận diện vạch đen ổn định</a:t>
            </a:r>
          </a:p>
          <a:p>
            <a:r>
              <a:rPr lang="vi-VN" sz="1400" dirty="0"/>
              <a:t>Vùng 8mm giúp cảm biến biên không bị "chạm" vào vạch line quá sớm khi xe chỉ mới lệch nhẹ, tránh việc hệ thống nhầm lẫn giữa một khúc cua gắt và một giao lộ</a:t>
            </a:r>
          </a:p>
          <a:p>
            <a:r>
              <a:rPr lang="vi-VN" sz="1400" dirty="0"/>
              <a:t>4. Đặc tính của cảm biến PS181GD1-M</a:t>
            </a:r>
          </a:p>
          <a:p>
            <a:r>
              <a:rPr lang="vi-VN" sz="1400" dirty="0"/>
              <a:t>Cảm biến hồng ngoại bạn sử dụng có khoảng cách tiêu cự lý tưởng là 50mm và vùng mù (không phát hiện) dưới 15mm</a:t>
            </a:r>
          </a:p>
          <a:p>
            <a:r>
              <a:rPr lang="vi-VN" sz="1400" dirty="0"/>
              <a:t>Ở khoảng cách lắp đặt hợp lý, cảm biến có độ nhạy cao trong việc phân biệt ranh giới trắng/đen. Vùng 8mm là một biên độ đủ lớn để cảm biến trả về mức logic ổn định (Active-LOW) mà không bị rơi vào trạng thái lấp lửng giữa 0 và 1</a:t>
            </a:r>
          </a:p>
          <a:p>
            <a:r>
              <a:rPr lang="vi-VN" sz="1400" dirty="0"/>
              <a:t>Kết luận: Khoảng cách 33mm là con số tối ưu cho cấu trúc 3 cảm biến. Nó tạo ra sự phân biệt rõ ràng giữa các kịch bản điều khiển (thẳng, rẽ nhẹ, rẽ gắt), giúp xe vận hành mượt mà và bám line chính xác theo đúng ý tưởng thiết kế "smooth steering“</a:t>
            </a:r>
            <a:endParaRPr lang="en-US" sz="1400" dirty="0"/>
          </a:p>
          <a:p>
            <a:endParaRPr lang="en-US" sz="1400" dirty="0"/>
          </a:p>
          <a:p>
            <a:r>
              <a:rPr lang="en-US" sz="1400" dirty="0"/>
              <a:t>Xem </a:t>
            </a:r>
            <a:r>
              <a:rPr lang="en-US" sz="1400" dirty="0" err="1"/>
              <a:t>có</a:t>
            </a:r>
            <a:r>
              <a:rPr lang="en-US" sz="1400" dirty="0"/>
              <a:t> </a:t>
            </a:r>
            <a:r>
              <a:rPr lang="en-US" sz="1400" dirty="0" err="1"/>
              <a:t>cần</a:t>
            </a:r>
            <a:r>
              <a:rPr lang="en-US" sz="1400" dirty="0"/>
              <a:t> </a:t>
            </a:r>
            <a:r>
              <a:rPr lang="en-US" sz="1400" dirty="0" err="1"/>
              <a:t>nút</a:t>
            </a:r>
            <a:r>
              <a:rPr lang="en-US" sz="1400" dirty="0"/>
              <a:t> </a:t>
            </a:r>
            <a:r>
              <a:rPr lang="en-US" sz="1400" dirty="0" err="1"/>
              <a:t>nhấn</a:t>
            </a:r>
            <a:r>
              <a:rPr lang="en-US" sz="1400" dirty="0"/>
              <a:t> hay </a:t>
            </a:r>
            <a:r>
              <a:rPr lang="en-US" sz="1400" dirty="0" err="1"/>
              <a:t>không</a:t>
            </a:r>
            <a:r>
              <a:rPr lang="en-US" sz="1400" dirty="0"/>
              <a:t>? </a:t>
            </a:r>
            <a:r>
              <a:rPr lang="en-US" sz="1400" dirty="0" err="1"/>
              <a:t>Cần</a:t>
            </a:r>
            <a:r>
              <a:rPr lang="en-US" sz="1400" dirty="0"/>
              <a:t> </a:t>
            </a:r>
            <a:r>
              <a:rPr lang="en-US" sz="1400" dirty="0" err="1"/>
              <a:t>chứ</a:t>
            </a:r>
            <a:r>
              <a:rPr lang="en-US" sz="1400" dirty="0"/>
              <a:t> </a:t>
            </a:r>
            <a:r>
              <a:rPr lang="en-US" sz="1400" dirty="0" err="1"/>
              <a:t>tại</a:t>
            </a:r>
            <a:r>
              <a:rPr lang="en-US" sz="1400" dirty="0"/>
              <a:t> </a:t>
            </a:r>
            <a:r>
              <a:rPr lang="en-US" sz="1400" dirty="0" err="1"/>
              <a:t>sao</a:t>
            </a:r>
            <a:r>
              <a:rPr lang="en-US" sz="1400" dirty="0"/>
              <a:t> </a:t>
            </a:r>
            <a:r>
              <a:rPr lang="en-US" sz="1400" dirty="0" err="1"/>
              <a:t>lại</a:t>
            </a:r>
            <a:r>
              <a:rPr lang="en-US" sz="1400" dirty="0"/>
              <a:t> </a:t>
            </a:r>
            <a:r>
              <a:rPr lang="en-US" sz="1400" dirty="0" err="1"/>
              <a:t>không</a:t>
            </a:r>
            <a:endParaRPr lang="vi-VN" sz="1400" dirty="0"/>
          </a:p>
        </p:txBody>
      </p:sp>
    </p:spTree>
    <p:extLst>
      <p:ext uri="{BB962C8B-B14F-4D97-AF65-F5344CB8AC3E}">
        <p14:creationId xmlns:p14="http://schemas.microsoft.com/office/powerpoint/2010/main" val="2210130227"/>
      </p:ext>
    </p:extLst>
  </p:cSld>
  <p:clrMapOvr>
    <a:masterClrMapping/>
  </p:clrMapOvr>
</p:sld>
</file>

<file path=ppt/theme/theme1.xml><?xml version="1.0" encoding="utf-8"?>
<a:theme xmlns:a="http://schemas.openxmlformats.org/drawingml/2006/main" name="Kyocera">
  <a:themeElements>
    <a:clrScheme name="Saffron(Branding)">
      <a:dk1>
        <a:sysClr val="windowText" lastClr="000000"/>
      </a:dk1>
      <a:lt1>
        <a:sysClr val="window" lastClr="FFFFFF"/>
      </a:lt1>
      <a:dk2>
        <a:srgbClr val="282828"/>
      </a:dk2>
      <a:lt2>
        <a:srgbClr val="F2F2F2"/>
      </a:lt2>
      <a:accent1>
        <a:srgbClr val="6E3CBE"/>
      </a:accent1>
      <a:accent2>
        <a:srgbClr val="F5B400"/>
      </a:accent2>
      <a:accent3>
        <a:srgbClr val="0A9BCD"/>
      </a:accent3>
      <a:accent4>
        <a:srgbClr val="F06400"/>
      </a:accent4>
      <a:accent5>
        <a:srgbClr val="26AF72"/>
      </a:accent5>
      <a:accent6>
        <a:srgbClr val="A9A9A9"/>
      </a:accent6>
      <a:hlink>
        <a:srgbClr val="0563C1"/>
      </a:hlink>
      <a:folHlink>
        <a:srgbClr val="954F72"/>
      </a:folHlink>
    </a:clrScheme>
    <a:fontScheme name="Custom 1">
      <a:majorFont>
        <a:latin typeface="Arial Narrow"/>
        <a:ea typeface=""/>
        <a:cs typeface=""/>
      </a:majorFont>
      <a:minorFont>
        <a:latin typeface="Arial Narrow"/>
        <a:ea typeface=""/>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Kyocera_PPT_Template_KDC(MeiryoUI)4x3_201904.potx" id="{F7824327-EC3B-4A60-8311-B051A00F6AFE}" vid="{6D7B0D19-6042-4B58-9131-C9BAC69EA51B}"/>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1">
      <a:majorFont>
        <a:latin typeface="Arial Narrow"/>
        <a:ea typeface=""/>
        <a:cs typeface=""/>
      </a:majorFont>
      <a:minorFont>
        <a:latin typeface="Arial Narrow"/>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ac18dfee-f0d7-4e76-a2aa-4d68fa0050cd"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18225D1F1D0724D9E04F5C251CD41A6" ma:contentTypeVersion="15" ma:contentTypeDescription="Create a new document." ma:contentTypeScope="" ma:versionID="f4e89641bf44e982912205e210ee3d5b">
  <xsd:schema xmlns:xsd="http://www.w3.org/2001/XMLSchema" xmlns:xs="http://www.w3.org/2001/XMLSchema" xmlns:p="http://schemas.microsoft.com/office/2006/metadata/properties" xmlns:ns3="ac18dfee-f0d7-4e76-a2aa-4d68fa0050cd" xmlns:ns4="fbec31ab-02d4-4389-a326-a424822b5a44" targetNamespace="http://schemas.microsoft.com/office/2006/metadata/properties" ma:root="true" ma:fieldsID="f916bd896590f98058d6659a1c829edf" ns3:_="" ns4:_="">
    <xsd:import namespace="ac18dfee-f0d7-4e76-a2aa-4d68fa0050cd"/>
    <xsd:import namespace="fbec31ab-02d4-4389-a326-a424822b5a44"/>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_activity" minOccurs="0"/>
                <xsd:element ref="ns4:SharedWithUsers" minOccurs="0"/>
                <xsd:element ref="ns4:SharedWithDetails" minOccurs="0"/>
                <xsd:element ref="ns4:SharingHintHash" minOccurs="0"/>
                <xsd:element ref="ns3:MediaServiceObjectDetectorVersions" minOccurs="0"/>
                <xsd:element ref="ns3:MediaServiceSearchProperties" minOccurs="0"/>
                <xsd:element ref="ns3:MediaServiceDateTaken" minOccurs="0"/>
                <xsd:element ref="ns3:MediaServiceGenerationTime" minOccurs="0"/>
                <xsd:element ref="ns3:MediaServiceEventHashCode" minOccurs="0"/>
                <xsd:element ref="ns3:MediaServiceSystemTags"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c18dfee-f0d7-4e76-a2aa-4d68fa0050c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_activity" ma:index="12" nillable="true" ma:displayName="_activity" ma:hidden="true" ma:internalName="_activity">
      <xsd:simpleType>
        <xsd:restriction base="dms:Note"/>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SystemTags" ma:index="21" nillable="true" ma:displayName="MediaServiceSystemTags" ma:hidden="true" ma:internalName="MediaServiceSystemTags" ma:readOnly="true">
      <xsd:simpleType>
        <xsd:restriction base="dms:Note"/>
      </xsd:simpleType>
    </xsd:element>
    <xsd:element name="MediaServiceOCR" ma:index="22"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bec31ab-02d4-4389-a326-a424822b5a44"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SharingHintHash" ma:index="15"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DD3D008-3E51-4FD4-A566-4E24AFFD36AB}">
  <ds:schemaRefs>
    <ds:schemaRef ds:uri="http://schemas.microsoft.com/sharepoint/v3/contenttype/forms"/>
  </ds:schemaRefs>
</ds:datastoreItem>
</file>

<file path=customXml/itemProps2.xml><?xml version="1.0" encoding="utf-8"?>
<ds:datastoreItem xmlns:ds="http://schemas.openxmlformats.org/officeDocument/2006/customXml" ds:itemID="{28E8814D-B370-44EF-8BA8-DEB5221437A1}">
  <ds:schemaRefs>
    <ds:schemaRef ds:uri="fbec31ab-02d4-4389-a326-a424822b5a44"/>
    <ds:schemaRef ds:uri="http://schemas.microsoft.com/office/infopath/2007/PartnerControls"/>
    <ds:schemaRef ds:uri="http://purl.org/dc/elements/1.1/"/>
    <ds:schemaRef ds:uri="http://schemas.microsoft.com/office/2006/metadata/properties"/>
    <ds:schemaRef ds:uri="http://schemas.microsoft.com/office/2006/documentManagement/types"/>
    <ds:schemaRef ds:uri="http://purl.org/dc/terms/"/>
    <ds:schemaRef ds:uri="http://schemas.openxmlformats.org/package/2006/metadata/core-properties"/>
    <ds:schemaRef ds:uri="http://purl.org/dc/dcmitype/"/>
    <ds:schemaRef ds:uri="ac18dfee-f0d7-4e76-a2aa-4d68fa0050cd"/>
    <ds:schemaRef ds:uri="http://www.w3.org/XML/1998/namespace"/>
  </ds:schemaRefs>
</ds:datastoreItem>
</file>

<file path=customXml/itemProps3.xml><?xml version="1.0" encoding="utf-8"?>
<ds:datastoreItem xmlns:ds="http://schemas.openxmlformats.org/officeDocument/2006/customXml" ds:itemID="{7031C820-3817-4188-B443-DEC7845471E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c18dfee-f0d7-4e76-a2aa-4d68fa0050cd"/>
    <ds:schemaRef ds:uri="fbec31ab-02d4-4389-a326-a424822b5a4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Kyocera_PPT_Template_KDC(MeiryoUI)4x3_201904</Template>
  <TotalTime>6697</TotalTime>
  <Words>4925</Words>
  <Application>Microsoft Office PowerPoint</Application>
  <PresentationFormat>Widescreen</PresentationFormat>
  <Paragraphs>412</Paragraphs>
  <Slides>19</Slides>
  <Notes>19</Notes>
  <HiddenSlides>9</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Meiryo UI</vt:lpstr>
      <vt:lpstr>游ゴシック</vt:lpstr>
      <vt:lpstr>Arial</vt:lpstr>
      <vt:lpstr>Arial Narrow</vt:lpstr>
      <vt:lpstr>Kyocera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Eguchi，Yuko(江口優子)</dc:creator>
  <cp:lastModifiedBy>Trịnh Xuân Trung</cp:lastModifiedBy>
  <cp:revision>680</cp:revision>
  <cp:lastPrinted>2020-10-06T05:38:29Z</cp:lastPrinted>
  <dcterms:created xsi:type="dcterms:W3CDTF">2019-04-25T02:35:23Z</dcterms:created>
  <dcterms:modified xsi:type="dcterms:W3CDTF">2026-03-28T15:43:33Z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0x010100318225D1F1D0724D9E04F5C251CD41A6</vt:lpwstr>
  </property>
</Properties>
</file>